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tableStyles+xml" PartName="/ppt/tableStyles.xml"/>
  <Override ContentType="application/vnd.openxmlformats-officedocument.presentationml.viewProps+xml" PartName="/ppt/viewProps.xml"/>
  <Override ContentType="application/vnd.openxmlformats-officedocument.theme+xml" PartName="/ppt/theme/theme1.xml"/>
  <Override ContentType="application/vnd.openxmlformats-package.core-properties+xml" PartName="/docProps/core.xml"/>
</Types>
</file>

<file path=_rels/.rels><?xml version="1.0" encoding="UTF-8" standalone="yes"?><Relationships xmlns="http://schemas.openxmlformats.org/package/2006/relationships"><Relationship Id="rId4" Target="ppt/presentation.xml" Type="http://schemas.openxmlformats.org/officeDocument/2006/relationships/officeDocument"/><Relationship Id="rId3" Target="docProps/core.xml" Type="http://schemas.openxmlformats.org/package/2006/relationships/metadata/core-properties"/><Relationship Id="rId2" Target="docProps/app.xml" Type="http://schemas.openxmlformats.org/officeDocument/2006/relationships/extended-properties"/><Relationship Id="rId1" Target="docProps/thumbnail.jpeg" Type="http://schemas.openxmlformats.org/package/2006/relationships/metadata/thumbnai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2192000" cy="6858000"/>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autoAdjust="0" sz="14995"/>
    <p:restoredTop sz="94660"/>
  </p:normalViewPr>
  <p:slideViewPr>
    <p:cSldViewPr snapToGrid="0">
      <p:cViewPr varScale="1">
        <p:scale>
          <a:sx d="100" n="56"/>
          <a:sy d="100" n="56"/>
        </p:scale>
        <p:origin x="1000" y="44"/>
      </p:cViewPr>
      <p:guideLst/>
    </p:cSldViewPr>
  </p:slideViewPr>
  <p:notesTextViewPr>
    <p:cViewPr>
      <p:scale>
        <a:sx d="1" n="1"/>
        <a:sy d="1" n="1"/>
      </p:scale>
      <p:origin x="0" y="0"/>
    </p:cViewPr>
  </p:notesTextViewPr>
  <p:gridSpacing cx="72008" cy="72008"/>
</p:viewPr>
</file>

<file path=ppt/_rels/presentation.xml.rels><?xml version="1.0" encoding="UTF-8" standalone="yes"?><Relationships xmlns="http://schemas.openxmlformats.org/package/2006/relationships"><Relationship Id="rId21" Target="slides/slide16.xml" Type="http://schemas.openxmlformats.org/officeDocument/2006/relationships/slide"/><Relationship Id="rId19" Target="slides/slide14.xml" Type="http://schemas.openxmlformats.org/officeDocument/2006/relationships/slide"/><Relationship Id="rId20" Target="slides/slide15.xml" Type="http://schemas.openxmlformats.org/officeDocument/2006/relationships/slide"/><Relationship Id="rId18" Target="slides/slide13.xml" Type="http://schemas.openxmlformats.org/officeDocument/2006/relationships/slide"/><Relationship Id="rId17" Target="slides/slide12.xml" Type="http://schemas.openxmlformats.org/officeDocument/2006/relationships/slide"/><Relationship Id="rId16" Target="slides/slide11.xml" Type="http://schemas.openxmlformats.org/officeDocument/2006/relationships/slide"/><Relationship Id="rId15" Target="slides/slide10.xml" Type="http://schemas.openxmlformats.org/officeDocument/2006/relationships/slide"/><Relationship Id="rId14" Target="slides/slide9.xml" Type="http://schemas.openxmlformats.org/officeDocument/2006/relationships/slide"/><Relationship Id="rId13" Target="slides/slide8.xml" Type="http://schemas.openxmlformats.org/officeDocument/2006/relationships/slide"/><Relationship Id="rId12" Target="slides/slide7.xml" Type="http://schemas.openxmlformats.org/officeDocument/2006/relationships/slide"/><Relationship Id="rId11" Target="slides/slide6.xml" Type="http://schemas.openxmlformats.org/officeDocument/2006/relationships/slide"/><Relationship Id="rId10" Target="slides/slide5.xml" Type="http://schemas.openxmlformats.org/officeDocument/2006/relationships/slide"/><Relationship Id="rId9" Target="slides/slide4.xml" Type="http://schemas.openxmlformats.org/officeDocument/2006/relationships/slide"/><Relationship Id="rId8" Target="slides/slide3.xml" Type="http://schemas.openxmlformats.org/officeDocument/2006/relationships/slide"/><Relationship Id="rId7" Target="slides/slide2.xml" Type="http://schemas.openxmlformats.org/officeDocument/2006/relationships/slide"/><Relationship Id="rId6" Target="slides/slide1.xml" Type="http://schemas.openxmlformats.org/officeDocument/2006/relationships/slide"/><Relationship Id="rId5" Target="slideMasters/slideMaster1.xml" Type="http://schemas.openxmlformats.org/officeDocument/2006/relationships/slideMaster"/><Relationship Id="rId4" Target="tableStyles.xml" Type="http://schemas.openxmlformats.org/officeDocument/2006/relationships/tableStyles"/><Relationship Id="rId3" Target="presProps.xml" Type="http://schemas.openxmlformats.org/officeDocument/2006/relationships/presProps"/><Relationship Id="rId2" Target="viewProps.xml" Type="http://schemas.openxmlformats.org/officeDocument/2006/relationships/viewProps"/><Relationship Id="rId22" Target="slides/slide17.xml" Type="http://schemas.openxmlformats.org/officeDocument/2006/relationships/slide"/><Relationship Id="rId1" Target="theme/theme1.xml" Type="http://schemas.openxmlformats.org/officeDocument/2006/relationships/theme"/></Relationship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numCol="1">
            <a:normAutofit/>
          </a:bodyPr>
          <a:lstStyle>
            <a:lvl1pPr algn="l">
              <a:lnSpc>
                <a:spcPct val="85000"/>
              </a:lnSpc>
              <a:defRPr baseline="0" spc="-50" sz="8000">
                <a:solidFill>
                  <a:schemeClr val="tx1">
                    <a:lumMod val="85000"/>
                    <a:lumOff val="15000"/>
                  </a:schemeClr>
                </a:solidFill>
              </a:defRPr>
            </a:lvl1pPr>
          </a:lstStyle>
          <a:p>
            <a:r>
              <a:rPr lang="en-US"/>
              <a:t>Click to edit Master title style</a:t>
            </a:r>
            <a:endParaRPr dirty="0" lang="en-US"/>
          </a:p>
        </p:txBody>
      </p:sp>
      <p:sp>
        <p:nvSpPr>
          <p:cNvPr id="3" name="Subtitle 2"/>
          <p:cNvSpPr>
            <a:spLocks noGrp="1"/>
          </p:cNvSpPr>
          <p:nvPr>
            <p:ph idx="1" type="subTitle"/>
          </p:nvPr>
        </p:nvSpPr>
        <p:spPr>
          <a:xfrm>
            <a:off x="1100051" y="4455621"/>
            <a:ext cx="10058400" cy="1143000"/>
          </a:xfrm>
        </p:spPr>
        <p:txBody>
          <a:bodyPr lIns="91440" numCol="1" rIns="91440">
            <a:normAutofit/>
          </a:bodyPr>
          <a:lstStyle>
            <a:lvl1pPr algn="l" indent="0" marL="0">
              <a:buNone/>
              <a:defRPr baseline="0" cap="all" spc="200" sz="2400">
                <a:solidFill>
                  <a:schemeClr val="tx2"/>
                </a:solidFill>
                <a:latin typeface="+mj-lt"/>
              </a:defRPr>
            </a:lvl1pPr>
            <a:lvl2pPr algn="ctr" indent="0" marL="457200">
              <a:buNone/>
              <a:defRPr sz="2400"/>
            </a:lvl2pPr>
            <a:lvl3pPr algn="ctr" indent="0" marL="914400">
              <a:buNone/>
              <a:defRPr sz="2400"/>
            </a:lvl3pPr>
            <a:lvl4pPr algn="ctr" indent="0" marL="1371600">
              <a:buNone/>
              <a:defRPr sz="2000"/>
            </a:lvl4pPr>
            <a:lvl5pPr algn="ctr" indent="0" marL="1828800">
              <a:buNone/>
              <a:defRPr sz="2000"/>
            </a:lvl5pPr>
            <a:lvl6pPr algn="ctr" indent="0" marL="2286000">
              <a:buNone/>
              <a:defRPr sz="2000"/>
            </a:lvl6pPr>
            <a:lvl7pPr algn="ctr" indent="0" marL="2743200">
              <a:buNone/>
              <a:defRPr sz="2000"/>
            </a:lvl7pPr>
            <a:lvl8pPr algn="ctr" indent="0" marL="3200400">
              <a:buNone/>
              <a:defRPr sz="2000"/>
            </a:lvl8pPr>
            <a:lvl9pPr algn="ctr" indent="0" marL="3657600">
              <a:buNone/>
              <a:defRPr sz="2000"/>
            </a:lvl9pPr>
          </a:lstStyle>
          <a:p>
            <a:r>
              <a:rPr lang="en-US"/>
              <a:t>Click to edit Master subtitle style</a:t>
            </a:r>
            <a:endParaRPr dirty="0" lang="en-US"/>
          </a:p>
        </p:txBody>
      </p:sp>
      <p:sp>
        <p:nvSpPr>
          <p:cNvPr id="4" name="Date Placeholder 3"/>
          <p:cNvSpPr>
            <a:spLocks noGrp="1"/>
          </p:cNvSpPr>
          <p:nvPr>
            <p:ph idx="10" sz="half" type="dt"/>
          </p:nvPr>
        </p:nvSpPr>
        <p:spPr/>
        <p:txBody>
          <a:bodyPr numCol="1"/>
          <a:lstStyle/>
          <a:p>
            <a:fld id="{722A2E70-281D-4E44-B08D-89BC205EA3A1}" type="datetimeFigureOut">
              <a:rPr altLang="en-IN" lang="en-IN" smtClean="0"/>
              <a:t>23-03-2026</a:t>
            </a:fld>
            <a:endParaRPr altLang="en-IN" lang="en-IN"/>
          </a:p>
        </p:txBody>
      </p:sp>
      <p:sp>
        <p:nvSpPr>
          <p:cNvPr id="5" name="Footer Placeholder 4"/>
          <p:cNvSpPr>
            <a:spLocks noGrp="1"/>
          </p:cNvSpPr>
          <p:nvPr>
            <p:ph idx="11" sz="quarter" type="ftr"/>
          </p:nvPr>
        </p:nvSpPr>
        <p:spPr/>
        <p:txBody>
          <a:bodyPr numCol="1"/>
          <a:lstStyle/>
          <a:p>
            <a:endParaRPr altLang="en-IN" lang="en-IN"/>
          </a:p>
        </p:txBody>
      </p:sp>
      <p:sp>
        <p:nvSpPr>
          <p:cNvPr id="6" name="Slide Number Placeholder 5"/>
          <p:cNvSpPr>
            <a:spLocks noGrp="1"/>
          </p:cNvSpPr>
          <p:nvPr>
            <p:ph idx="12" sz="quarter" type="sldNum"/>
          </p:nvPr>
        </p:nvSpPr>
        <p:spPr/>
        <p:txBody>
          <a:bodyPr numCol="1"/>
          <a:lstStyle/>
          <a:p>
            <a:fld id="{2FD45143-9191-4DE7-BB7A-E206242A6DDB}" type="slidenum">
              <a:rPr altLang="en-IN" lang="en-IN" smtClean="0"/>
              <a:t>‹#›</a:t>
            </a:fld>
            <a:endParaRPr altLang="en-IN"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803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a:t>Click to edit Master title style</a:t>
            </a:r>
            <a:endParaRPr dirty="0" lang="en-US"/>
          </a:p>
        </p:txBody>
      </p:sp>
      <p:sp>
        <p:nvSpPr>
          <p:cNvPr id="3" name="Content Placeholder 2"/>
          <p:cNvSpPr>
            <a:spLocks noGrp="1"/>
          </p:cNvSpPr>
          <p:nvPr>
            <p:ph idx="1"/>
          </p:nvPr>
        </p:nvSpPr>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10" sz="half" type="dt"/>
          </p:nvPr>
        </p:nvSpPr>
        <p:spPr/>
        <p:txBody>
          <a:bodyPr numCol="1"/>
          <a:lstStyle/>
          <a:p>
            <a:fld id="{722A2E70-281D-4E44-B08D-89BC205EA3A1}" type="datetimeFigureOut">
              <a:rPr altLang="en-IN" lang="en-IN" smtClean="0"/>
              <a:t>23-03-2026</a:t>
            </a:fld>
            <a:endParaRPr altLang="en-IN" lang="en-IN"/>
          </a:p>
        </p:txBody>
      </p:sp>
      <p:sp>
        <p:nvSpPr>
          <p:cNvPr id="5" name="Footer Placeholder 4"/>
          <p:cNvSpPr>
            <a:spLocks noGrp="1"/>
          </p:cNvSpPr>
          <p:nvPr>
            <p:ph idx="11" sz="quarter" type="ftr"/>
          </p:nvPr>
        </p:nvSpPr>
        <p:spPr/>
        <p:txBody>
          <a:bodyPr numCol="1"/>
          <a:lstStyle/>
          <a:p>
            <a:endParaRPr altLang="en-IN" lang="en-IN"/>
          </a:p>
        </p:txBody>
      </p:sp>
      <p:sp>
        <p:nvSpPr>
          <p:cNvPr id="6" name="Slide Number Placeholder 5"/>
          <p:cNvSpPr>
            <a:spLocks noGrp="1"/>
          </p:cNvSpPr>
          <p:nvPr>
            <p:ph idx="12" sz="quarter" type="sldNum"/>
          </p:nvPr>
        </p:nvSpPr>
        <p:spPr/>
        <p:txBody>
          <a:bodyPr numCol="1"/>
          <a:lstStyle/>
          <a:p>
            <a:fld id="{2FD45143-9191-4DE7-BB7A-E206242A6DDB}" type="slidenum">
              <a:rPr altLang="en-IN" lang="en-IN" smtClean="0"/>
              <a:t>‹#›</a:t>
            </a:fld>
            <a:endParaRPr altLang="en-IN" lang="en-IN"/>
          </a:p>
        </p:txBody>
      </p:sp>
    </p:spTree>
    <p:extLst>
      <p:ext uri="{BB962C8B-B14F-4D97-AF65-F5344CB8AC3E}">
        <p14:creationId xmlns:p14="http://schemas.microsoft.com/office/powerpoint/2010/main" val="1573245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numCol="1">
            <a:normAutofit/>
          </a:bodyPr>
          <a:lstStyle>
            <a:lvl1pPr>
              <a:lnSpc>
                <a:spcPct val="85000"/>
              </a:lnSpc>
              <a:defRPr b="0" sz="8000">
                <a:solidFill>
                  <a:schemeClr val="tx1">
                    <a:lumMod val="85000"/>
                    <a:lumOff val="15000"/>
                  </a:schemeClr>
                </a:solidFill>
              </a:defRPr>
            </a:lvl1pPr>
          </a:lstStyle>
          <a:p>
            <a:r>
              <a:rPr lang="en-US"/>
              <a:t>Click to edit Master title style</a:t>
            </a:r>
            <a:endParaRPr dirty="0" lang="en-US"/>
          </a:p>
        </p:txBody>
      </p:sp>
      <p:sp>
        <p:nvSpPr>
          <p:cNvPr id="3" name="Text Placeholder 2"/>
          <p:cNvSpPr>
            <a:spLocks noGrp="1"/>
          </p:cNvSpPr>
          <p:nvPr>
            <p:ph idx="1" type="body"/>
          </p:nvPr>
        </p:nvSpPr>
        <p:spPr>
          <a:xfrm>
            <a:off x="1097280" y="4453128"/>
            <a:ext cx="10058400" cy="1143000"/>
          </a:xfrm>
        </p:spPr>
        <p:txBody>
          <a:bodyPr anchor="t" anchorCtr="0" lIns="91440" numCol="1" rIns="91440">
            <a:normAutofit/>
          </a:bodyPr>
          <a:lstStyle>
            <a:lvl1pPr indent="0" marL="0">
              <a:buNone/>
              <a:defRPr baseline="0" cap="all" spc="200" sz="2400">
                <a:solidFill>
                  <a:schemeClr val="tx2"/>
                </a:solidFill>
                <a:latin typeface="+mj-lt"/>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idx="10" sz="half" type="dt"/>
          </p:nvPr>
        </p:nvSpPr>
        <p:spPr/>
        <p:txBody>
          <a:bodyPr numCol="1"/>
          <a:lstStyle/>
          <a:p>
            <a:fld id="{722A2E70-281D-4E44-B08D-89BC205EA3A1}" type="datetimeFigureOut">
              <a:rPr altLang="en-IN" lang="en-IN" smtClean="0"/>
              <a:t>23-03-2026</a:t>
            </a:fld>
            <a:endParaRPr altLang="en-IN" lang="en-IN"/>
          </a:p>
        </p:txBody>
      </p:sp>
      <p:sp>
        <p:nvSpPr>
          <p:cNvPr id="5" name="Footer Placeholder 4"/>
          <p:cNvSpPr>
            <a:spLocks noGrp="1"/>
          </p:cNvSpPr>
          <p:nvPr>
            <p:ph idx="11" sz="quarter" type="ftr"/>
          </p:nvPr>
        </p:nvSpPr>
        <p:spPr/>
        <p:txBody>
          <a:bodyPr numCol="1"/>
          <a:lstStyle/>
          <a:p>
            <a:endParaRPr altLang="en-IN" lang="en-IN"/>
          </a:p>
        </p:txBody>
      </p:sp>
      <p:sp>
        <p:nvSpPr>
          <p:cNvPr id="6" name="Slide Number Placeholder 5"/>
          <p:cNvSpPr>
            <a:spLocks noGrp="1"/>
          </p:cNvSpPr>
          <p:nvPr>
            <p:ph idx="12" sz="quarter" type="sldNum"/>
          </p:nvPr>
        </p:nvSpPr>
        <p:spPr/>
        <p:txBody>
          <a:bodyPr numCol="1"/>
          <a:lstStyle/>
          <a:p>
            <a:fld id="{2FD45143-9191-4DE7-BB7A-E206242A6DDB}" type="slidenum">
              <a:rPr altLang="en-IN" lang="en-IN" smtClean="0"/>
              <a:t>‹#›</a:t>
            </a:fld>
            <a:endParaRPr altLang="en-IN"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266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numCol="1"/>
          <a:lstStyle/>
          <a:p>
            <a:r>
              <a:rPr lang="en-US"/>
              <a:t>Click to edit Master title style</a:t>
            </a:r>
            <a:endParaRPr dirty="0" lang="en-US"/>
          </a:p>
        </p:txBody>
      </p:sp>
      <p:sp>
        <p:nvSpPr>
          <p:cNvPr id="3" name="Content Placeholder 2"/>
          <p:cNvSpPr>
            <a:spLocks noGrp="1"/>
          </p:cNvSpPr>
          <p:nvPr>
            <p:ph idx="1" sz="half"/>
          </p:nvPr>
        </p:nvSpPr>
        <p:spPr>
          <a:xfrm>
            <a:off x="1097278" y="1845734"/>
            <a:ext cx="4937760" cy="402336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Content Placeholder 3"/>
          <p:cNvSpPr>
            <a:spLocks noGrp="1"/>
          </p:cNvSpPr>
          <p:nvPr>
            <p:ph idx="2" sz="half"/>
          </p:nvPr>
        </p:nvSpPr>
        <p:spPr>
          <a:xfrm>
            <a:off x="6217920" y="1845735"/>
            <a:ext cx="4937760" cy="402336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5" name="Date Placeholder 4"/>
          <p:cNvSpPr>
            <a:spLocks noGrp="1"/>
          </p:cNvSpPr>
          <p:nvPr>
            <p:ph idx="10" sz="half" type="dt"/>
          </p:nvPr>
        </p:nvSpPr>
        <p:spPr/>
        <p:txBody>
          <a:bodyPr numCol="1"/>
          <a:lstStyle/>
          <a:p>
            <a:fld id="{722A2E70-281D-4E44-B08D-89BC205EA3A1}" type="datetimeFigureOut">
              <a:rPr altLang="en-IN" lang="en-IN" smtClean="0"/>
              <a:t>23-03-2026</a:t>
            </a:fld>
            <a:endParaRPr altLang="en-IN" lang="en-IN"/>
          </a:p>
        </p:txBody>
      </p:sp>
      <p:sp>
        <p:nvSpPr>
          <p:cNvPr id="6" name="Footer Placeholder 5"/>
          <p:cNvSpPr>
            <a:spLocks noGrp="1"/>
          </p:cNvSpPr>
          <p:nvPr>
            <p:ph idx="11" sz="quarter" type="ftr"/>
          </p:nvPr>
        </p:nvSpPr>
        <p:spPr/>
        <p:txBody>
          <a:bodyPr numCol="1"/>
          <a:lstStyle/>
          <a:p>
            <a:endParaRPr altLang="en-IN" lang="en-IN"/>
          </a:p>
        </p:txBody>
      </p:sp>
      <p:sp>
        <p:nvSpPr>
          <p:cNvPr id="7" name="Slide Number Placeholder 6"/>
          <p:cNvSpPr>
            <a:spLocks noGrp="1"/>
          </p:cNvSpPr>
          <p:nvPr>
            <p:ph idx="12" sz="quarter" type="sldNum"/>
          </p:nvPr>
        </p:nvSpPr>
        <p:spPr/>
        <p:txBody>
          <a:bodyPr numCol="1"/>
          <a:lstStyle/>
          <a:p>
            <a:fld id="{2FD45143-9191-4DE7-BB7A-E206242A6DDB}" type="slidenum">
              <a:rPr altLang="en-IN" lang="en-IN" smtClean="0"/>
              <a:t>‹#›</a:t>
            </a:fld>
            <a:endParaRPr altLang="en-IN" lang="en-IN"/>
          </a:p>
        </p:txBody>
      </p:sp>
    </p:spTree>
    <p:extLst>
      <p:ext uri="{BB962C8B-B14F-4D97-AF65-F5344CB8AC3E}">
        <p14:creationId xmlns:p14="http://schemas.microsoft.com/office/powerpoint/2010/main" val="4254846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numCol="1"/>
          <a:lstStyle/>
          <a:p>
            <a:r>
              <a:rPr lang="en-US"/>
              <a:t>Click to edit Master title style</a:t>
            </a:r>
            <a:endParaRPr dirty="0" lang="en-US"/>
          </a:p>
        </p:txBody>
      </p:sp>
      <p:sp>
        <p:nvSpPr>
          <p:cNvPr id="3" name="Text Placeholder 2"/>
          <p:cNvSpPr>
            <a:spLocks noGrp="1"/>
          </p:cNvSpPr>
          <p:nvPr>
            <p:ph idx="1" type="body"/>
          </p:nvPr>
        </p:nvSpPr>
        <p:spPr>
          <a:xfrm>
            <a:off x="1097280" y="1846052"/>
            <a:ext cx="4937760" cy="736282"/>
          </a:xfrm>
        </p:spPr>
        <p:txBody>
          <a:bodyPr anchor="ctr" lIns="91440" numCol="1" rIns="91440">
            <a:normAutofit/>
          </a:bodyPr>
          <a:lstStyle>
            <a:lvl1pPr indent="0" marL="0">
              <a:buNone/>
              <a:defRPr b="0" baseline="0" cap="all" sz="2000">
                <a:solidFill>
                  <a:schemeClr val="tx2"/>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4" name="Content Placeholder 3"/>
          <p:cNvSpPr>
            <a:spLocks noGrp="1"/>
          </p:cNvSpPr>
          <p:nvPr>
            <p:ph idx="2" sz="half"/>
          </p:nvPr>
        </p:nvSpPr>
        <p:spPr>
          <a:xfrm>
            <a:off x="1097280" y="2582334"/>
            <a:ext cx="4937760" cy="337820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5" name="Text Placeholder 4"/>
          <p:cNvSpPr>
            <a:spLocks noGrp="1"/>
          </p:cNvSpPr>
          <p:nvPr>
            <p:ph idx="3" sz="quarter" type="body"/>
          </p:nvPr>
        </p:nvSpPr>
        <p:spPr>
          <a:xfrm>
            <a:off x="6217920" y="1846052"/>
            <a:ext cx="4937760" cy="736282"/>
          </a:xfrm>
        </p:spPr>
        <p:txBody>
          <a:bodyPr anchor="ctr" lIns="91440" numCol="1" rIns="91440">
            <a:normAutofit/>
          </a:bodyPr>
          <a:lstStyle>
            <a:lvl1pPr indent="0" marL="0">
              <a:buNone/>
              <a:defRPr b="0" baseline="0" cap="all" sz="2000">
                <a:solidFill>
                  <a:schemeClr val="tx2"/>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6" name="Content Placeholder 5"/>
          <p:cNvSpPr>
            <a:spLocks noGrp="1"/>
          </p:cNvSpPr>
          <p:nvPr>
            <p:ph idx="4" sz="quarter"/>
          </p:nvPr>
        </p:nvSpPr>
        <p:spPr>
          <a:xfrm>
            <a:off x="6217920" y="2582334"/>
            <a:ext cx="4937760" cy="337820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7" name="Date Placeholder 6"/>
          <p:cNvSpPr>
            <a:spLocks noGrp="1"/>
          </p:cNvSpPr>
          <p:nvPr>
            <p:ph idx="10" sz="half" type="dt"/>
          </p:nvPr>
        </p:nvSpPr>
        <p:spPr/>
        <p:txBody>
          <a:bodyPr numCol="1"/>
          <a:lstStyle/>
          <a:p>
            <a:fld id="{722A2E70-281D-4E44-B08D-89BC205EA3A1}" type="datetimeFigureOut">
              <a:rPr altLang="en-IN" lang="en-IN" smtClean="0"/>
              <a:t>23-03-2026</a:t>
            </a:fld>
            <a:endParaRPr altLang="en-IN" lang="en-IN"/>
          </a:p>
        </p:txBody>
      </p:sp>
      <p:sp>
        <p:nvSpPr>
          <p:cNvPr id="8" name="Footer Placeholder 7"/>
          <p:cNvSpPr>
            <a:spLocks noGrp="1"/>
          </p:cNvSpPr>
          <p:nvPr>
            <p:ph idx="11" sz="quarter" type="ftr"/>
          </p:nvPr>
        </p:nvSpPr>
        <p:spPr/>
        <p:txBody>
          <a:bodyPr numCol="1"/>
          <a:lstStyle/>
          <a:p>
            <a:endParaRPr altLang="en-IN" lang="en-IN"/>
          </a:p>
        </p:txBody>
      </p:sp>
      <p:sp>
        <p:nvSpPr>
          <p:cNvPr id="9" name="Slide Number Placeholder 8"/>
          <p:cNvSpPr>
            <a:spLocks noGrp="1"/>
          </p:cNvSpPr>
          <p:nvPr>
            <p:ph idx="12" sz="quarter" type="sldNum"/>
          </p:nvPr>
        </p:nvSpPr>
        <p:spPr/>
        <p:txBody>
          <a:bodyPr numCol="1"/>
          <a:lstStyle/>
          <a:p>
            <a:fld id="{2FD45143-9191-4DE7-BB7A-E206242A6DDB}" type="slidenum">
              <a:rPr altLang="en-IN" lang="en-IN" smtClean="0"/>
              <a:t>‹#›</a:t>
            </a:fld>
            <a:endParaRPr altLang="en-IN" lang="en-IN"/>
          </a:p>
        </p:txBody>
      </p:sp>
    </p:spTree>
    <p:extLst>
      <p:ext uri="{BB962C8B-B14F-4D97-AF65-F5344CB8AC3E}">
        <p14:creationId xmlns:p14="http://schemas.microsoft.com/office/powerpoint/2010/main" val="1917712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a:t>Click to edit Master title style</a:t>
            </a:r>
            <a:endParaRPr dirty="0" lang="en-US"/>
          </a:p>
        </p:txBody>
      </p:sp>
      <p:sp>
        <p:nvSpPr>
          <p:cNvPr id="3" name="Date Placeholder 2"/>
          <p:cNvSpPr>
            <a:spLocks noGrp="1"/>
          </p:cNvSpPr>
          <p:nvPr>
            <p:ph idx="10" sz="half" type="dt"/>
          </p:nvPr>
        </p:nvSpPr>
        <p:spPr/>
        <p:txBody>
          <a:bodyPr numCol="1"/>
          <a:lstStyle/>
          <a:p>
            <a:fld id="{722A2E70-281D-4E44-B08D-89BC205EA3A1}" type="datetimeFigureOut">
              <a:rPr altLang="en-IN" lang="en-IN" smtClean="0"/>
              <a:t>23-03-2026</a:t>
            </a:fld>
            <a:endParaRPr altLang="en-IN" lang="en-IN"/>
          </a:p>
        </p:txBody>
      </p:sp>
      <p:sp>
        <p:nvSpPr>
          <p:cNvPr id="4" name="Footer Placeholder 3"/>
          <p:cNvSpPr>
            <a:spLocks noGrp="1"/>
          </p:cNvSpPr>
          <p:nvPr>
            <p:ph idx="11" sz="quarter" type="ftr"/>
          </p:nvPr>
        </p:nvSpPr>
        <p:spPr/>
        <p:txBody>
          <a:bodyPr numCol="1"/>
          <a:lstStyle/>
          <a:p>
            <a:endParaRPr altLang="en-IN" lang="en-IN"/>
          </a:p>
        </p:txBody>
      </p:sp>
      <p:sp>
        <p:nvSpPr>
          <p:cNvPr id="5" name="Slide Number Placeholder 4"/>
          <p:cNvSpPr>
            <a:spLocks noGrp="1"/>
          </p:cNvSpPr>
          <p:nvPr>
            <p:ph idx="12" sz="quarter" type="sldNum"/>
          </p:nvPr>
        </p:nvSpPr>
        <p:spPr/>
        <p:txBody>
          <a:bodyPr numCol="1"/>
          <a:lstStyle/>
          <a:p>
            <a:fld id="{2FD45143-9191-4DE7-BB7A-E206242A6DDB}" type="slidenum">
              <a:rPr altLang="en-IN" lang="en-IN" smtClean="0"/>
              <a:t>‹#›</a:t>
            </a:fld>
            <a:endParaRPr altLang="en-IN" lang="en-IN"/>
          </a:p>
        </p:txBody>
      </p:sp>
    </p:spTree>
    <p:extLst>
      <p:ext uri="{BB962C8B-B14F-4D97-AF65-F5344CB8AC3E}">
        <p14:creationId xmlns:p14="http://schemas.microsoft.com/office/powerpoint/2010/main" val="2265511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type="blank">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idx="10" sz="half" type="dt"/>
          </p:nvPr>
        </p:nvSpPr>
        <p:spPr/>
        <p:txBody>
          <a:bodyPr numCol="1"/>
          <a:lstStyle/>
          <a:p>
            <a:fld id="{722A2E70-281D-4E44-B08D-89BC205EA3A1}" type="datetimeFigureOut">
              <a:rPr altLang="en-IN" lang="en-IN" smtClean="0"/>
              <a:t>23-03-2026</a:t>
            </a:fld>
            <a:endParaRPr altLang="en-IN" lang="en-IN"/>
          </a:p>
        </p:txBody>
      </p:sp>
      <p:sp>
        <p:nvSpPr>
          <p:cNvPr id="8" name="Footer Placeholder 7"/>
          <p:cNvSpPr>
            <a:spLocks noGrp="1"/>
          </p:cNvSpPr>
          <p:nvPr>
            <p:ph idx="11" sz="quarter" type="ftr"/>
          </p:nvPr>
        </p:nvSpPr>
        <p:spPr/>
        <p:txBody>
          <a:bodyPr numCol="1"/>
          <a:lstStyle>
            <a:lvl1pPr>
              <a:defRPr>
                <a:solidFill>
                  <a:srgbClr val="FFFFFF"/>
                </a:solidFill>
              </a:defRPr>
            </a:lvl1pPr>
          </a:lstStyle>
          <a:p>
            <a:endParaRPr altLang="en-IN" lang="en-IN"/>
          </a:p>
        </p:txBody>
      </p:sp>
      <p:sp>
        <p:nvSpPr>
          <p:cNvPr id="9" name="Slide Number Placeholder 8"/>
          <p:cNvSpPr>
            <a:spLocks noGrp="1"/>
          </p:cNvSpPr>
          <p:nvPr>
            <p:ph idx="12" sz="quarter" type="sldNum"/>
          </p:nvPr>
        </p:nvSpPr>
        <p:spPr/>
        <p:txBody>
          <a:bodyPr numCol="1"/>
          <a:lstStyle/>
          <a:p>
            <a:fld id="{2FD45143-9191-4DE7-BB7A-E206242A6DDB}" type="slidenum">
              <a:rPr altLang="en-IN" lang="en-IN" smtClean="0"/>
              <a:t>‹#›</a:t>
            </a:fld>
            <a:endParaRPr altLang="en-IN" lang="en-IN"/>
          </a:p>
        </p:txBody>
      </p:sp>
    </p:spTree>
    <p:extLst>
      <p:ext uri="{BB962C8B-B14F-4D97-AF65-F5344CB8AC3E}">
        <p14:creationId xmlns:p14="http://schemas.microsoft.com/office/powerpoint/2010/main" val="407284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type="objTx">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numCol="1">
            <a:normAutofit/>
          </a:bodyPr>
          <a:lstStyle>
            <a:lvl1pPr>
              <a:defRPr b="0" sz="3600">
                <a:solidFill>
                  <a:srgbClr val="FFFFFF"/>
                </a:solidFill>
              </a:defRPr>
            </a:lvl1pPr>
          </a:lstStyle>
          <a:p>
            <a:r>
              <a:rPr lang="en-US"/>
              <a:t>Click to edit Master title style</a:t>
            </a:r>
            <a:endParaRPr dirty="0" lang="en-US"/>
          </a:p>
        </p:txBody>
      </p:sp>
      <p:sp>
        <p:nvSpPr>
          <p:cNvPr id="3" name="Content Placeholder 2"/>
          <p:cNvSpPr>
            <a:spLocks noGrp="1"/>
          </p:cNvSpPr>
          <p:nvPr>
            <p:ph idx="1"/>
          </p:nvPr>
        </p:nvSpPr>
        <p:spPr>
          <a:xfrm>
            <a:off x="4800600" y="731520"/>
            <a:ext cx="6492240" cy="525780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Text Placeholder 3"/>
          <p:cNvSpPr>
            <a:spLocks noGrp="1"/>
          </p:cNvSpPr>
          <p:nvPr>
            <p:ph idx="2" sz="half" type="body"/>
          </p:nvPr>
        </p:nvSpPr>
        <p:spPr>
          <a:xfrm>
            <a:off x="457200" y="2926080"/>
            <a:ext cx="3200400" cy="3379124"/>
          </a:xfrm>
        </p:spPr>
        <p:txBody>
          <a:bodyPr lIns="91440" numCol="1" rIns="91440">
            <a:normAutofit/>
          </a:bodyPr>
          <a:lstStyle>
            <a:lvl1pPr indent="0" marL="0">
              <a:buNone/>
              <a:defRPr sz="1500">
                <a:solidFill>
                  <a:srgbClr val="FFFFFF"/>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5" name="Date Placeholder 4"/>
          <p:cNvSpPr>
            <a:spLocks noGrp="1"/>
          </p:cNvSpPr>
          <p:nvPr>
            <p:ph idx="10" sz="half" type="dt"/>
          </p:nvPr>
        </p:nvSpPr>
        <p:spPr>
          <a:xfrm>
            <a:off x="465512" y="6459785"/>
            <a:ext cx="2618510" cy="365125"/>
          </a:xfrm>
        </p:spPr>
        <p:txBody>
          <a:bodyPr numCol="1"/>
          <a:lstStyle>
            <a:lvl1pPr algn="l">
              <a:defRPr/>
            </a:lvl1pPr>
          </a:lstStyle>
          <a:p>
            <a:fld id="{722A2E70-281D-4E44-B08D-89BC205EA3A1}" type="datetimeFigureOut">
              <a:rPr altLang="en-IN" lang="en-IN" smtClean="0"/>
              <a:t>23-03-2026</a:t>
            </a:fld>
            <a:endParaRPr altLang="en-IN" lang="en-IN"/>
          </a:p>
        </p:txBody>
      </p:sp>
      <p:sp>
        <p:nvSpPr>
          <p:cNvPr id="6" name="Footer Placeholder 5"/>
          <p:cNvSpPr>
            <a:spLocks noGrp="1"/>
          </p:cNvSpPr>
          <p:nvPr>
            <p:ph idx="11" sz="quarter" type="ftr"/>
          </p:nvPr>
        </p:nvSpPr>
        <p:spPr>
          <a:xfrm>
            <a:off x="4800600" y="6459785"/>
            <a:ext cx="4648200" cy="365125"/>
          </a:xfrm>
        </p:spPr>
        <p:txBody>
          <a:bodyPr numCol="1"/>
          <a:lstStyle>
            <a:lvl1pPr algn="l">
              <a:defRPr>
                <a:solidFill>
                  <a:schemeClr val="tx2"/>
                </a:solidFill>
              </a:defRPr>
            </a:lvl1pPr>
          </a:lstStyle>
          <a:p>
            <a:endParaRPr altLang="en-IN" lang="en-IN"/>
          </a:p>
        </p:txBody>
      </p:sp>
      <p:sp>
        <p:nvSpPr>
          <p:cNvPr id="7" name="Slide Number Placeholder 6"/>
          <p:cNvSpPr>
            <a:spLocks noGrp="1"/>
          </p:cNvSpPr>
          <p:nvPr>
            <p:ph idx="12" sz="quarter" type="sldNum"/>
          </p:nvPr>
        </p:nvSpPr>
        <p:spPr/>
        <p:txBody>
          <a:bodyPr numCol="1"/>
          <a:lstStyle>
            <a:lvl1pPr>
              <a:defRPr>
                <a:solidFill>
                  <a:schemeClr val="tx2"/>
                </a:solidFill>
              </a:defRPr>
            </a:lvl1pPr>
          </a:lstStyle>
          <a:p>
            <a:fld id="{2FD45143-9191-4DE7-BB7A-E206242A6DDB}" type="slidenum">
              <a:rPr altLang="en-IN" lang="en-IN" smtClean="0"/>
              <a:t>‹#›</a:t>
            </a:fld>
            <a:endParaRPr altLang="en-IN" lang="en-IN"/>
          </a:p>
        </p:txBody>
      </p:sp>
    </p:spTree>
    <p:extLst>
      <p:ext uri="{BB962C8B-B14F-4D97-AF65-F5344CB8AC3E}">
        <p14:creationId xmlns:p14="http://schemas.microsoft.com/office/powerpoint/2010/main" val="126055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anchor="b" bIns="0" lIns="91440" numCol="1" rIns="91440" tIns="0">
            <a:noAutofit/>
          </a:bodyPr>
          <a:lstStyle>
            <a:lvl1pPr>
              <a:defRPr b="0" sz="3600">
                <a:solidFill>
                  <a:srgbClr val="FFFFFF"/>
                </a:solidFill>
              </a:defRPr>
            </a:lvl1pPr>
          </a:lstStyle>
          <a:p>
            <a:r>
              <a:rPr lang="en-US"/>
              <a:t>Click to edit Master title style</a:t>
            </a:r>
            <a:endParaRPr dirty="0" lang="en-US"/>
          </a:p>
        </p:txBody>
      </p:sp>
      <p:sp>
        <p:nvSpPr>
          <p:cNvPr id="3" name="Picture Placeholder 2"/>
          <p:cNvSpPr>
            <a:spLocks noChangeAspect="1" noGrp="1"/>
          </p:cNvSpPr>
          <p:nvPr>
            <p:ph idx="1" type="pic"/>
          </p:nvPr>
        </p:nvSpPr>
        <p:spPr>
          <a:xfrm>
            <a:off x="15" y="0"/>
            <a:ext cx="12191985" cy="4915076"/>
          </a:xfrm>
          <a:solidFill>
            <a:schemeClr val="bg2">
              <a:lumMod val="90000"/>
            </a:schemeClr>
          </a:solidFill>
        </p:spPr>
        <p:txBody>
          <a:bodyPr anchor="t" lIns="457200" numCol="1" tIns="457200"/>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a:t>Click icon to add picture</a:t>
            </a:r>
            <a:endParaRPr dirty="0" lang="en-US"/>
          </a:p>
        </p:txBody>
      </p:sp>
      <p:sp>
        <p:nvSpPr>
          <p:cNvPr id="4" name="Text Placeholder 3"/>
          <p:cNvSpPr>
            <a:spLocks noGrp="1"/>
          </p:cNvSpPr>
          <p:nvPr>
            <p:ph idx="2" sz="half" type="body"/>
          </p:nvPr>
        </p:nvSpPr>
        <p:spPr>
          <a:xfrm>
            <a:off x="1097280" y="5907024"/>
            <a:ext cx="10113264" cy="594360"/>
          </a:xfrm>
        </p:spPr>
        <p:txBody>
          <a:bodyPr bIns="0" lIns="91440" numCol="1" rIns="91440" tIns="0">
            <a:normAutofit/>
          </a:bodyPr>
          <a:lstStyle>
            <a:lvl1pPr indent="0" marL="0">
              <a:spcBef>
                <a:spcPts val="0"/>
              </a:spcBef>
              <a:spcAft>
                <a:spcPts val="600"/>
              </a:spcAft>
              <a:buNone/>
              <a:defRPr sz="1500">
                <a:solidFill>
                  <a:srgbClr val="FFFFFF"/>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5" name="Date Placeholder 4"/>
          <p:cNvSpPr>
            <a:spLocks noGrp="1"/>
          </p:cNvSpPr>
          <p:nvPr>
            <p:ph idx="10" sz="half" type="dt"/>
          </p:nvPr>
        </p:nvSpPr>
        <p:spPr/>
        <p:txBody>
          <a:bodyPr numCol="1"/>
          <a:lstStyle/>
          <a:p>
            <a:fld id="{722A2E70-281D-4E44-B08D-89BC205EA3A1}" type="datetimeFigureOut">
              <a:rPr altLang="en-IN" lang="en-IN" smtClean="0"/>
              <a:t>23-03-2026</a:t>
            </a:fld>
            <a:endParaRPr altLang="en-IN" lang="en-IN"/>
          </a:p>
        </p:txBody>
      </p:sp>
      <p:sp>
        <p:nvSpPr>
          <p:cNvPr id="6" name="Footer Placeholder 5"/>
          <p:cNvSpPr>
            <a:spLocks noGrp="1"/>
          </p:cNvSpPr>
          <p:nvPr>
            <p:ph idx="11" sz="quarter" type="ftr"/>
          </p:nvPr>
        </p:nvSpPr>
        <p:spPr/>
        <p:txBody>
          <a:bodyPr numCol="1"/>
          <a:lstStyle/>
          <a:p>
            <a:endParaRPr altLang="en-IN" lang="en-IN"/>
          </a:p>
        </p:txBody>
      </p:sp>
      <p:sp>
        <p:nvSpPr>
          <p:cNvPr id="7" name="Slide Number Placeholder 6"/>
          <p:cNvSpPr>
            <a:spLocks noGrp="1"/>
          </p:cNvSpPr>
          <p:nvPr>
            <p:ph idx="12" sz="quarter" type="sldNum"/>
          </p:nvPr>
        </p:nvSpPr>
        <p:spPr/>
        <p:txBody>
          <a:bodyPr numCol="1"/>
          <a:lstStyle/>
          <a:p>
            <a:fld id="{2FD45143-9191-4DE7-BB7A-E206242A6DDB}" type="slidenum">
              <a:rPr altLang="en-IN" lang="en-IN" smtClean="0"/>
              <a:t>‹#›</a:t>
            </a:fld>
            <a:endParaRPr altLang="en-IN" lang="en-IN"/>
          </a:p>
        </p:txBody>
      </p:sp>
    </p:spTree>
    <p:extLst>
      <p:ext uri="{BB962C8B-B14F-4D97-AF65-F5344CB8AC3E}">
        <p14:creationId xmlns:p14="http://schemas.microsoft.com/office/powerpoint/2010/main" val="1448668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a:t>Click to edit Master title style</a:t>
            </a:r>
            <a:endParaRPr dirty="0" lang="en-US"/>
          </a:p>
        </p:txBody>
      </p:sp>
      <p:sp>
        <p:nvSpPr>
          <p:cNvPr id="3" name="Vertical Text Placeholder 2"/>
          <p:cNvSpPr>
            <a:spLocks noGrp="1"/>
          </p:cNvSpPr>
          <p:nvPr>
            <p:ph idx="1" orient="vert" type="body"/>
          </p:nvPr>
        </p:nvSpPr>
        <p:spPr/>
        <p:txBody>
          <a:bodyPr bIns="0" lIns="45720" numCol="1" rIns="45720" tIns="0"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10" sz="half" type="dt"/>
          </p:nvPr>
        </p:nvSpPr>
        <p:spPr/>
        <p:txBody>
          <a:bodyPr numCol="1"/>
          <a:lstStyle/>
          <a:p>
            <a:fld id="{722A2E70-281D-4E44-B08D-89BC205EA3A1}" type="datetimeFigureOut">
              <a:rPr altLang="en-IN" lang="en-IN" smtClean="0"/>
              <a:t>23-03-2026</a:t>
            </a:fld>
            <a:endParaRPr altLang="en-IN" lang="en-IN"/>
          </a:p>
        </p:txBody>
      </p:sp>
      <p:sp>
        <p:nvSpPr>
          <p:cNvPr id="5" name="Footer Placeholder 4"/>
          <p:cNvSpPr>
            <a:spLocks noGrp="1"/>
          </p:cNvSpPr>
          <p:nvPr>
            <p:ph idx="11" sz="quarter" type="ftr"/>
          </p:nvPr>
        </p:nvSpPr>
        <p:spPr/>
        <p:txBody>
          <a:bodyPr numCol="1"/>
          <a:lstStyle/>
          <a:p>
            <a:endParaRPr altLang="en-IN" lang="en-IN"/>
          </a:p>
        </p:txBody>
      </p:sp>
      <p:sp>
        <p:nvSpPr>
          <p:cNvPr id="6" name="Slide Number Placeholder 5"/>
          <p:cNvSpPr>
            <a:spLocks noGrp="1"/>
          </p:cNvSpPr>
          <p:nvPr>
            <p:ph idx="12" sz="quarter" type="sldNum"/>
          </p:nvPr>
        </p:nvSpPr>
        <p:spPr/>
        <p:txBody>
          <a:bodyPr numCol="1"/>
          <a:lstStyle/>
          <a:p>
            <a:fld id="{2FD45143-9191-4DE7-BB7A-E206242A6DDB}" type="slidenum">
              <a:rPr altLang="en-IN" lang="en-IN" smtClean="0"/>
              <a:t>‹#›</a:t>
            </a:fld>
            <a:endParaRPr altLang="en-IN" lang="en-IN"/>
          </a:p>
        </p:txBody>
      </p:sp>
    </p:spTree>
    <p:extLst>
      <p:ext uri="{BB962C8B-B14F-4D97-AF65-F5344CB8AC3E}">
        <p14:creationId xmlns:p14="http://schemas.microsoft.com/office/powerpoint/2010/main" val="3766641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type="vertTitleAndTx">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orient="vert" type="title"/>
          </p:nvPr>
        </p:nvSpPr>
        <p:spPr>
          <a:xfrm>
            <a:off x="8724900" y="412302"/>
            <a:ext cx="2628900" cy="5759898"/>
          </a:xfrm>
        </p:spPr>
        <p:txBody>
          <a:bodyPr numCol="1" vert="eaVert"/>
          <a:lstStyle/>
          <a:p>
            <a:r>
              <a:rPr lang="en-US"/>
              <a:t>Click to edit Master title style</a:t>
            </a:r>
            <a:endParaRPr dirty="0" lang="en-US"/>
          </a:p>
        </p:txBody>
      </p:sp>
      <p:sp>
        <p:nvSpPr>
          <p:cNvPr id="3" name="Vertical Text Placeholder 2"/>
          <p:cNvSpPr>
            <a:spLocks noGrp="1"/>
          </p:cNvSpPr>
          <p:nvPr>
            <p:ph idx="1" orient="vert" type="body"/>
          </p:nvPr>
        </p:nvSpPr>
        <p:spPr>
          <a:xfrm>
            <a:off x="838200" y="412302"/>
            <a:ext cx="7734300" cy="5759898"/>
          </a:xfrm>
        </p:spPr>
        <p:txBody>
          <a:bodyPr bIns="0" lIns="45720" numCol="1" rIns="45720" tIns="0"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10" sz="half" type="dt"/>
          </p:nvPr>
        </p:nvSpPr>
        <p:spPr/>
        <p:txBody>
          <a:bodyPr numCol="1"/>
          <a:lstStyle/>
          <a:p>
            <a:fld id="{722A2E70-281D-4E44-B08D-89BC205EA3A1}" type="datetimeFigureOut">
              <a:rPr altLang="en-IN" lang="en-IN" smtClean="0"/>
              <a:t>23-03-2026</a:t>
            </a:fld>
            <a:endParaRPr altLang="en-IN" lang="en-IN"/>
          </a:p>
        </p:txBody>
      </p:sp>
      <p:sp>
        <p:nvSpPr>
          <p:cNvPr id="5" name="Footer Placeholder 4"/>
          <p:cNvSpPr>
            <a:spLocks noGrp="1"/>
          </p:cNvSpPr>
          <p:nvPr>
            <p:ph idx="11" sz="quarter" type="ftr"/>
          </p:nvPr>
        </p:nvSpPr>
        <p:spPr/>
        <p:txBody>
          <a:bodyPr numCol="1"/>
          <a:lstStyle/>
          <a:p>
            <a:endParaRPr altLang="en-IN" lang="en-IN"/>
          </a:p>
        </p:txBody>
      </p:sp>
      <p:sp>
        <p:nvSpPr>
          <p:cNvPr id="6" name="Slide Number Placeholder 5"/>
          <p:cNvSpPr>
            <a:spLocks noGrp="1"/>
          </p:cNvSpPr>
          <p:nvPr>
            <p:ph idx="12" sz="quarter" type="sldNum"/>
          </p:nvPr>
        </p:nvSpPr>
        <p:spPr/>
        <p:txBody>
          <a:bodyPr numCol="1"/>
          <a:lstStyle/>
          <a:p>
            <a:fld id="{2FD45143-9191-4DE7-BB7A-E206242A6DDB}" type="slidenum">
              <a:rPr altLang="en-IN" lang="en-IN" smtClean="0"/>
              <a:t>‹#›</a:t>
            </a:fld>
            <a:endParaRPr altLang="en-IN" lang="en-IN"/>
          </a:p>
        </p:txBody>
      </p:sp>
    </p:spTree>
    <p:extLst>
      <p:ext uri="{BB962C8B-B14F-4D97-AF65-F5344CB8AC3E}">
        <p14:creationId xmlns:p14="http://schemas.microsoft.com/office/powerpoint/2010/main" val="2348725457"/>
      </p:ext>
    </p:extLst>
  </p:cSld>
  <p:clrMapOvr>
    <a:masterClrMapping/>
  </p:clrMapOvr>
</p:sldLayout>
</file>

<file path=ppt/slideMasters/_rels/slideMaster1.xml.rels><?xml version="1.0" encoding="UTF-8" standalone="yes"?><Relationships xmlns="http://schemas.openxmlformats.org/package/2006/relationships"><Relationship Id="rId12" Target="../slideLayouts/slideLayout11.xml" Type="http://schemas.openxmlformats.org/officeDocument/2006/relationships/slideLayout"/><Relationship Id="rId11" Target="../slideLayouts/slideLayout10.xml" Type="http://schemas.openxmlformats.org/officeDocument/2006/relationships/slideLayout"/><Relationship Id="rId9" Target="../slideLayouts/slideLayout8.xml" Type="http://schemas.openxmlformats.org/officeDocument/2006/relationships/slideLayout"/><Relationship Id="rId10" Target="../slideLayouts/slideLayout9.xml" Type="http://schemas.openxmlformats.org/officeDocument/2006/relationships/slideLayout"/><Relationship Id="rId8" Target="../slideLayouts/slideLayout7.xml" Type="http://schemas.openxmlformats.org/officeDocument/2006/relationships/slideLayout"/><Relationship Id="rId7" Target="../slideLayouts/slideLayout6.xml" Type="http://schemas.openxmlformats.org/officeDocument/2006/relationships/slideLayout"/><Relationship Id="rId6" Target="../slideLayouts/slideLayout5.xml" Type="http://schemas.openxmlformats.org/officeDocument/2006/relationships/slideLayout"/><Relationship Id="rId5" Target="../slideLayouts/slideLayout4.xml" Type="http://schemas.openxmlformats.org/officeDocument/2006/relationships/slideLayout"/><Relationship Id="rId4" Target="../slideLayouts/slideLayout3.xml" Type="http://schemas.openxmlformats.org/officeDocument/2006/relationships/slideLayout"/><Relationship Id="rId3" Target="../slideLayouts/slideLayout2.xml" Type="http://schemas.openxmlformats.org/officeDocument/2006/relationships/slideLayout"/><Relationship Id="rId2" Target="../slideLayouts/slideLayout1.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anchor="b" bIns="45720" lIns="91440" numCol="1" rIns="91440" rtlCol="0" tIns="45720" vert="horz">
            <a:normAutofit/>
          </a:bodyPr>
          <a:lstStyle/>
          <a:p>
            <a:r>
              <a:rPr lang="en-US"/>
              <a:t>Click to edit Master title style</a:t>
            </a:r>
            <a:endParaRPr dirty="0" lang="en-US"/>
          </a:p>
        </p:txBody>
      </p:sp>
      <p:sp>
        <p:nvSpPr>
          <p:cNvPr id="3" name="Text Placeholder 2"/>
          <p:cNvSpPr>
            <a:spLocks noGrp="1"/>
          </p:cNvSpPr>
          <p:nvPr>
            <p:ph idx="1" type="body"/>
          </p:nvPr>
        </p:nvSpPr>
        <p:spPr>
          <a:xfrm>
            <a:off x="1097280" y="1845734"/>
            <a:ext cx="10058400" cy="4023360"/>
          </a:xfrm>
          <a:prstGeom prst="rect">
            <a:avLst/>
          </a:prstGeom>
        </p:spPr>
        <p:txBody>
          <a:bodyPr bIns="45720" lIns="0" numCol="1" rIns="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2" sz="half" type="dt"/>
          </p:nvPr>
        </p:nvSpPr>
        <p:spPr>
          <a:xfrm>
            <a:off x="1097280" y="6459785"/>
            <a:ext cx="2472271" cy="365125"/>
          </a:xfrm>
          <a:prstGeom prst="rect">
            <a:avLst/>
          </a:prstGeom>
        </p:spPr>
        <p:txBody>
          <a:bodyPr anchor="ctr" bIns="45720" lIns="91440" numCol="1" rIns="91440" rtlCol="0" tIns="45720" vert="horz"/>
          <a:lstStyle>
            <a:lvl1pPr algn="l">
              <a:defRPr sz="900">
                <a:solidFill>
                  <a:srgbClr val="FFFFFF"/>
                </a:solidFill>
              </a:defRPr>
            </a:lvl1pPr>
          </a:lstStyle>
          <a:p>
            <a:fld id="{722A2E70-281D-4E44-B08D-89BC205EA3A1}" type="datetimeFigureOut">
              <a:rPr altLang="en-IN" lang="en-IN" smtClean="0"/>
              <a:t>23-03-2026</a:t>
            </a:fld>
            <a:endParaRPr altLang="en-IN" lang="en-IN"/>
          </a:p>
        </p:txBody>
      </p:sp>
      <p:sp>
        <p:nvSpPr>
          <p:cNvPr id="5" name="Footer Placeholder 4"/>
          <p:cNvSpPr>
            <a:spLocks noGrp="1"/>
          </p:cNvSpPr>
          <p:nvPr>
            <p:ph idx="3" sz="quarter" type="ftr"/>
          </p:nvPr>
        </p:nvSpPr>
        <p:spPr>
          <a:xfrm>
            <a:off x="3686185" y="6459785"/>
            <a:ext cx="4822804" cy="365125"/>
          </a:xfrm>
          <a:prstGeom prst="rect">
            <a:avLst/>
          </a:prstGeom>
        </p:spPr>
        <p:txBody>
          <a:bodyPr anchor="ctr" bIns="45720" lIns="91440" numCol="1" rIns="91440" rtlCol="0" tIns="45720" vert="horz"/>
          <a:lstStyle>
            <a:lvl1pPr algn="ctr">
              <a:defRPr baseline="0" cap="all" sz="900">
                <a:solidFill>
                  <a:srgbClr val="FFFFFF"/>
                </a:solidFill>
              </a:defRPr>
            </a:lvl1pPr>
          </a:lstStyle>
          <a:p>
            <a:endParaRPr altLang="en-IN" lang="en-IN"/>
          </a:p>
        </p:txBody>
      </p:sp>
      <p:sp>
        <p:nvSpPr>
          <p:cNvPr id="6" name="Slide Number Placeholder 5"/>
          <p:cNvSpPr>
            <a:spLocks noGrp="1"/>
          </p:cNvSpPr>
          <p:nvPr>
            <p:ph idx="4" sz="quarter" type="sldNum"/>
          </p:nvPr>
        </p:nvSpPr>
        <p:spPr>
          <a:xfrm>
            <a:off x="9900458" y="6459785"/>
            <a:ext cx="1312025" cy="365125"/>
          </a:xfrm>
          <a:prstGeom prst="rect">
            <a:avLst/>
          </a:prstGeom>
        </p:spPr>
        <p:txBody>
          <a:bodyPr anchor="ctr" bIns="45720" lIns="91440" numCol="1" rIns="91440" rtlCol="0" tIns="45720" vert="horz"/>
          <a:lstStyle>
            <a:lvl1pPr algn="r">
              <a:defRPr sz="1050">
                <a:solidFill>
                  <a:srgbClr val="FFFFFF"/>
                </a:solidFill>
              </a:defRPr>
            </a:lvl1pPr>
          </a:lstStyle>
          <a:p>
            <a:fld id="{2FD45143-9191-4DE7-BB7A-E206242A6DDB}" type="slidenum">
              <a:rPr altLang="en-IN" lang="en-IN" smtClean="0"/>
              <a:t>‹#›</a:t>
            </a:fld>
            <a:endParaRPr altLang="en-IN"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7890603"/>
      </p:ext>
    </p:extLst>
  </p:cSld>
  <p:clrMap accent1="accent1" accent2="accent2" accent3="accent3" accent4="accent4" accent5="accent5" accent6="accent6" bg1="lt1" bg2="lt2" folHlink="folHlink" hlink="hlink" tx1="dk1" tx2="dk2"/>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xStyles>
    <p:title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p:titleStyle>
    <p:body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<Relationships xmlns="http://schemas.openxmlformats.org/package/2006/relationships"><Relationship Id="rId2" Target="../media/image1.png" Type="http://schemas.openxmlformats.org/officeDocument/2006/relationships/image"/><Relationship Id="rId1" Target="../slideLayouts/slideLayout7.xml" Type="http://schemas.openxmlformats.org/officeDocument/2006/relationships/slideLayout"/></Relationships>
</file>

<file path=ppt/slides/_rels/slide4.xml.rels><?xml version="1.0" encoding="UTF-8" standalone="yes"?><Relationships xmlns="http://schemas.openxmlformats.org/package/2006/relationships"><Relationship Id="rId2" Target="../media/image2.png" Type="http://schemas.openxmlformats.org/officeDocument/2006/relationships/image"/><Relationship Id="rId1" Target="../slideLayouts/slideLayout2.xml" Type="http://schemas.openxmlformats.org/officeDocument/2006/relationships/slideLayout"/></Relationships>
</file>

<file path=ppt/slides/_rels/slide5.xml.rels><?xml version="1.0" encoding="UTF-8" standalone="yes"?><Relationships xmlns="http://schemas.openxmlformats.org/package/2006/relationships"><Relationship Id="rId2" Target="../media/image3.png" Type="http://schemas.openxmlformats.org/officeDocument/2006/relationships/image"/><Relationship Id="rId1" Target="../slideLayouts/slideLayout2.xml" Type="http://schemas.openxmlformats.org/officeDocument/2006/relationships/slideLayout"/></Relationships>
</file>

<file path=ppt/slides/_rels/slide6.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1.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3.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5.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8A3EB-F86D-7270-C01D-74DE4FE0871A}"/>
              </a:ext>
            </a:extLst>
          </p:cNvPr>
          <p:cNvSpPr>
            <a:spLocks noGrp="1"/>
          </p:cNvSpPr>
          <p:nvPr>
            <p:ph type="title"/>
          </p:nvPr>
        </p:nvSpPr>
        <p:spPr/>
        <p:txBody>
          <a:bodyPr numCol="1"/>
          <a:lstStyle/>
          <a:p>
            <a:r>
              <a:rPr altLang="en-IN" dirty="0" lang="en-IN"/>
              <a:t>Grammar</a:t>
            </a:r>
          </a:p>
        </p:txBody>
      </p:sp>
      <p:sp>
        <p:nvSpPr>
          <p:cNvPr id="3" name="Content Placeholder 2">
            <a:extLst>
              <a:ext uri="{FF2B5EF4-FFF2-40B4-BE49-F238E27FC236}">
                <a16:creationId xmlns:a16="http://schemas.microsoft.com/office/drawing/2014/main" id="{D8E9685B-688E-7398-0E71-E2796C0E9738}"/>
              </a:ext>
            </a:extLst>
          </p:cNvPr>
          <p:cNvSpPr>
            <a:spLocks noGrp="1"/>
          </p:cNvSpPr>
          <p:nvPr>
            <p:ph idx="1"/>
          </p:nvPr>
        </p:nvSpPr>
        <p:spPr/>
        <p:txBody>
          <a:bodyPr numCol="1">
            <a:normAutofit lnSpcReduction="10000"/>
          </a:bodyPr>
          <a:lstStyle/>
          <a:p>
            <a:r>
              <a:rPr b="1" dirty="0" i="0" lang="en-US">
                <a:solidFill>
                  <a:schemeClr val="tx1"/>
                </a:solidFill>
                <a:effectLst/>
                <a:latin charset="0" panose="02020603050405020304" pitchFamily="18" typeface="Times New Roman"/>
                <a:cs charset="0" panose="02020603050405020304" pitchFamily="18" typeface="Times New Roman"/>
              </a:rPr>
              <a:t>Language</a:t>
            </a:r>
            <a:r>
              <a:rPr b="0" dirty="0" i="0" lang="en-US">
                <a:solidFill>
                  <a:schemeClr val="tx1"/>
                </a:solidFill>
                <a:effectLst/>
                <a:latin charset="0" panose="02020603050405020304" pitchFamily="18" typeface="Times New Roman"/>
                <a:cs charset="0" panose="02020603050405020304" pitchFamily="18" typeface="Times New Roman"/>
              </a:rPr>
              <a:t>: A language is a collection of strings of finite length all constructed from a finite alphabet of symbols.</a:t>
            </a:r>
          </a:p>
          <a:p>
            <a:r>
              <a:rPr b="1" dirty="0" i="0" lang="en-US">
                <a:solidFill>
                  <a:schemeClr val="tx1"/>
                </a:solidFill>
                <a:effectLst/>
                <a:latin charset="0" panose="02020603050405020304" pitchFamily="18" typeface="Times New Roman"/>
                <a:cs charset="0" panose="02020603050405020304" pitchFamily="18" typeface="Times New Roman"/>
              </a:rPr>
              <a:t>Grammar</a:t>
            </a:r>
            <a:r>
              <a:rPr b="0" dirty="0" i="0" lang="en-US">
                <a:solidFill>
                  <a:schemeClr val="tx1"/>
                </a:solidFill>
                <a:effectLst/>
                <a:latin charset="0" panose="02020603050405020304" pitchFamily="18" typeface="Times New Roman"/>
                <a:cs charset="0" panose="02020603050405020304" pitchFamily="18" typeface="Times New Roman"/>
              </a:rPr>
              <a:t>: </a:t>
            </a:r>
            <a:r>
              <a:rPr dirty="0" lang="en-US">
                <a:solidFill>
                  <a:schemeClr val="tx1"/>
                </a:solidFill>
                <a:latin charset="0" panose="02020603050405020304" pitchFamily="18" typeface="Times New Roman"/>
                <a:cs charset="0" panose="02020603050405020304" pitchFamily="18" typeface="Times New Roman"/>
              </a:rPr>
              <a:t>Grammar refers to a formal system that defines how strings in a language are constructed. </a:t>
            </a:r>
            <a:br>
              <a:rPr dirty="0" lang="en-US">
                <a:solidFill>
                  <a:schemeClr val="tx1"/>
                </a:solidFill>
                <a:latin charset="0" panose="02020603050405020304" pitchFamily="18" typeface="Times New Roman"/>
                <a:cs charset="0" panose="02020603050405020304" pitchFamily="18" typeface="Times New Roman"/>
              </a:rPr>
            </a:br>
            <a:endParaRPr dirty="0" lang="en-US">
              <a:solidFill>
                <a:schemeClr val="tx1"/>
              </a:solidFill>
              <a:latin charset="0" panose="02020603050405020304" pitchFamily="18" typeface="Times New Roman"/>
              <a:cs charset="0" panose="02020603050405020304" pitchFamily="18" typeface="Times New Roman"/>
            </a:endParaRPr>
          </a:p>
          <a:p>
            <a:r>
              <a:rPr b="0" dirty="0" i="0" lang="en-US">
                <a:solidFill>
                  <a:schemeClr val="tx1"/>
                </a:solidFill>
                <a:effectLst/>
                <a:latin charset="0" panose="02020603050405020304" pitchFamily="18" typeface="Times New Roman"/>
                <a:cs charset="0" panose="02020603050405020304" pitchFamily="18" typeface="Times New Roman"/>
              </a:rPr>
              <a:t>A grammar is defined as </a:t>
            </a:r>
            <a:r>
              <a:rPr b="1" dirty="0" i="0" lang="en-US">
                <a:solidFill>
                  <a:schemeClr val="tx1"/>
                </a:solidFill>
                <a:effectLst/>
                <a:latin charset="0" panose="02020603050405020304" pitchFamily="18" typeface="Times New Roman"/>
                <a:cs charset="0" panose="02020603050405020304" pitchFamily="18" typeface="Times New Roman"/>
              </a:rPr>
              <a:t>G = (N, </a:t>
            </a:r>
            <a:r>
              <a:rPr b="1" dirty="0" lang="en-US">
                <a:solidFill>
                  <a:schemeClr val="tx1"/>
                </a:solidFill>
                <a:latin charset="0" panose="02020603050405020304" pitchFamily="18" typeface="Times New Roman"/>
                <a:cs charset="0" panose="02020603050405020304" pitchFamily="18" typeface="Times New Roman"/>
              </a:rPr>
              <a:t>T</a:t>
            </a:r>
            <a:r>
              <a:rPr b="1" dirty="0" i="0" lang="en-US">
                <a:solidFill>
                  <a:schemeClr val="tx1"/>
                </a:solidFill>
                <a:effectLst/>
                <a:latin charset="0" panose="02020603050405020304" pitchFamily="18" typeface="Times New Roman"/>
                <a:cs charset="0" panose="02020603050405020304" pitchFamily="18" typeface="Times New Roman"/>
              </a:rPr>
              <a:t>, P, S)</a:t>
            </a:r>
            <a:r>
              <a:rPr b="0" dirty="0" i="0" lang="en-US">
                <a:solidFill>
                  <a:schemeClr val="tx1"/>
                </a:solidFill>
                <a:effectLst/>
                <a:latin charset="0" panose="02020603050405020304" pitchFamily="18" typeface="Times New Roman"/>
                <a:cs charset="0" panose="02020603050405020304" pitchFamily="18" typeface="Times New Roman"/>
              </a:rPr>
              <a:t> </a:t>
            </a:r>
            <a:r>
              <a:rPr dirty="0" lang="en-US">
                <a:solidFill>
                  <a:schemeClr val="tx1"/>
                </a:solidFill>
                <a:latin charset="0" panose="02020603050405020304" pitchFamily="18" typeface="Times New Roman"/>
                <a:cs charset="0" panose="02020603050405020304" pitchFamily="18" typeface="Times New Roman"/>
              </a:rPr>
              <a:t>w</a:t>
            </a:r>
            <a:r>
              <a:rPr b="0" dirty="0" i="0" lang="en-US">
                <a:solidFill>
                  <a:schemeClr val="tx1"/>
                </a:solidFill>
                <a:effectLst/>
                <a:latin charset="0" panose="02020603050405020304" pitchFamily="18" typeface="Times New Roman"/>
                <a:cs charset="0" panose="02020603050405020304" pitchFamily="18" typeface="Times New Roman"/>
              </a:rPr>
              <a:t>here</a:t>
            </a:r>
          </a:p>
          <a:p>
            <a:pPr lvl="1">
              <a:buFont charset="0" panose="020B0604020202020204" pitchFamily="34" typeface="Arial"/>
              <a:buChar char="•"/>
            </a:pPr>
            <a:r>
              <a:rPr b="1" dirty="0" i="0" lang="en-US" sz="2000">
                <a:solidFill>
                  <a:schemeClr val="tx1"/>
                </a:solidFill>
                <a:effectLst/>
                <a:latin charset="0" panose="02020603050405020304" pitchFamily="18" typeface="Times New Roman"/>
                <a:cs charset="0" panose="02020603050405020304" pitchFamily="18" typeface="Times New Roman"/>
              </a:rPr>
              <a:t>V or N </a:t>
            </a:r>
            <a:r>
              <a:rPr b="0" dirty="0" i="0" lang="en-US" sz="2000">
                <a:solidFill>
                  <a:schemeClr val="tx1"/>
                </a:solidFill>
                <a:effectLst/>
                <a:latin charset="0" panose="02020603050405020304" pitchFamily="18" typeface="Times New Roman"/>
                <a:cs charset="0" panose="02020603050405020304" pitchFamily="18" typeface="Times New Roman"/>
              </a:rPr>
              <a:t>is a finite nonempty set of </a:t>
            </a:r>
            <a:r>
              <a:rPr b="1" dirty="0" i="1" lang="en-US" sz="2000">
                <a:solidFill>
                  <a:schemeClr val="tx1"/>
                </a:solidFill>
                <a:effectLst/>
                <a:latin charset="0" panose="02020603050405020304" pitchFamily="18" typeface="Times New Roman"/>
                <a:cs charset="0" panose="02020603050405020304" pitchFamily="18" typeface="Times New Roman"/>
              </a:rPr>
              <a:t>variables</a:t>
            </a:r>
            <a:r>
              <a:rPr b="0" dirty="0" i="0" lang="en-US" sz="2000">
                <a:solidFill>
                  <a:schemeClr val="tx1"/>
                </a:solidFill>
                <a:effectLst/>
                <a:latin charset="0" panose="02020603050405020304" pitchFamily="18" typeface="Times New Roman"/>
                <a:cs charset="0" panose="02020603050405020304" pitchFamily="18" typeface="Times New Roman"/>
              </a:rPr>
              <a:t>.</a:t>
            </a:r>
          </a:p>
          <a:p>
            <a:pPr lvl="1">
              <a:buFont charset="0" panose="020B0604020202020204" pitchFamily="34" typeface="Arial"/>
              <a:buChar char="•"/>
            </a:pPr>
            <a:r>
              <a:rPr b="1" dirty="0" i="0" lang="en-US" sz="2000">
                <a:solidFill>
                  <a:schemeClr val="tx1"/>
                </a:solidFill>
                <a:effectLst/>
                <a:latin charset="0" panose="02020603050405020304" pitchFamily="18" typeface="Times New Roman"/>
                <a:cs charset="0" panose="02020603050405020304" pitchFamily="18" typeface="Times New Roman"/>
              </a:rPr>
              <a:t>Σ or T </a:t>
            </a:r>
            <a:r>
              <a:rPr b="0" dirty="0" i="0" lang="en-US" sz="2000">
                <a:solidFill>
                  <a:schemeClr val="tx1"/>
                </a:solidFill>
                <a:effectLst/>
                <a:latin charset="0" panose="02020603050405020304" pitchFamily="18" typeface="Times New Roman"/>
                <a:cs charset="0" panose="02020603050405020304" pitchFamily="18" typeface="Times New Roman"/>
              </a:rPr>
              <a:t>is a finite nonempty set of </a:t>
            </a:r>
            <a:r>
              <a:rPr b="1" dirty="0" i="1" lang="en-US" sz="2000">
                <a:solidFill>
                  <a:schemeClr val="tx1"/>
                </a:solidFill>
                <a:effectLst/>
                <a:latin charset="0" panose="02020603050405020304" pitchFamily="18" typeface="Times New Roman"/>
                <a:cs charset="0" panose="02020603050405020304" pitchFamily="18" typeface="Times New Roman"/>
              </a:rPr>
              <a:t>Terminals</a:t>
            </a:r>
            <a:r>
              <a:rPr b="0" dirty="0" i="0" lang="en-US" sz="2000">
                <a:solidFill>
                  <a:schemeClr val="tx1"/>
                </a:solidFill>
                <a:effectLst/>
                <a:latin charset="0" panose="02020603050405020304" pitchFamily="18" typeface="Times New Roman"/>
                <a:cs charset="0" panose="02020603050405020304" pitchFamily="18" typeface="Times New Roman"/>
              </a:rPr>
              <a:t>.</a:t>
            </a:r>
          </a:p>
          <a:p>
            <a:pPr lvl="1">
              <a:buFont charset="0" panose="020B0604020202020204" pitchFamily="34" typeface="Arial"/>
              <a:buChar char="•"/>
            </a:pPr>
            <a:r>
              <a:rPr b="1" dirty="0" i="0" lang="en-US" sz="2000">
                <a:solidFill>
                  <a:schemeClr val="tx1"/>
                </a:solidFill>
                <a:effectLst/>
                <a:latin charset="0" panose="02020603050405020304" pitchFamily="18" typeface="Times New Roman"/>
                <a:cs charset="0" panose="02020603050405020304" pitchFamily="18" typeface="Times New Roman"/>
              </a:rPr>
              <a:t>P </a:t>
            </a:r>
            <a:r>
              <a:rPr b="0" dirty="0" i="0" lang="en-US" sz="2000">
                <a:solidFill>
                  <a:schemeClr val="tx1"/>
                </a:solidFill>
                <a:effectLst/>
                <a:latin charset="0" panose="02020603050405020304" pitchFamily="18" typeface="Times New Roman"/>
                <a:cs charset="0" panose="02020603050405020304" pitchFamily="18" typeface="Times New Roman"/>
              </a:rPr>
              <a:t>is a finite set of production rules such that α </a:t>
            </a:r>
            <a:r>
              <a:rPr altLang="en-IN" b="0" dirty="0" i="1" lang="en-IN" sz="2000">
                <a:solidFill>
                  <a:schemeClr val="tx1"/>
                </a:solidFill>
                <a:effectLst/>
                <a:latin charset="0" panose="02020603050405020304" pitchFamily="18" typeface="Times New Roman"/>
                <a:cs charset="0" panose="02020603050405020304" pitchFamily="18" typeface="Times New Roman"/>
              </a:rPr>
              <a:t>→</a:t>
            </a:r>
            <a:r>
              <a:rPr altLang="en-IN" dirty="0" lang="en-IN" sz="2000">
                <a:solidFill>
                  <a:schemeClr val="tx1"/>
                </a:solidFill>
                <a:latin charset="0" panose="02020603050405020304" pitchFamily="18" typeface="Times New Roman"/>
                <a:cs charset="0" panose="02020603050405020304" pitchFamily="18" typeface="Times New Roman"/>
              </a:rPr>
              <a:t> </a:t>
            </a:r>
            <a:r>
              <a:rPr b="0" dirty="0" i="0" lang="en-US" sz="2000">
                <a:solidFill>
                  <a:schemeClr val="tx1"/>
                </a:solidFill>
                <a:effectLst/>
                <a:latin charset="0" panose="02020603050405020304" pitchFamily="18" typeface="Times New Roman"/>
                <a:cs charset="0" panose="02020603050405020304" pitchFamily="18" typeface="Times New Roman"/>
              </a:rPr>
              <a:t>β, where α and β are strings on </a:t>
            </a:r>
            <a:r>
              <a:rPr b="1" dirty="0" i="0" lang="en-US" sz="2000">
                <a:solidFill>
                  <a:schemeClr val="tx1"/>
                </a:solidFill>
                <a:effectLst/>
                <a:latin charset="0" panose="02020603050405020304" pitchFamily="18" typeface="Times New Roman"/>
                <a:cs charset="0" panose="02020603050405020304" pitchFamily="18" typeface="Times New Roman"/>
              </a:rPr>
              <a:t>V </a:t>
            </a:r>
            <a:r>
              <a:rPr b="0" dirty="0" i="0" lang="en-US" sz="2000">
                <a:solidFill>
                  <a:schemeClr val="tx1"/>
                </a:solidFill>
                <a:effectLst/>
                <a:latin charset="0" panose="02020603050405020304" pitchFamily="18" typeface="Times New Roman"/>
                <a:cs charset="0" panose="02020603050405020304" pitchFamily="18" typeface="Times New Roman"/>
              </a:rPr>
              <a:t>U Σ. And α has at least one symbol from </a:t>
            </a:r>
            <a:r>
              <a:rPr b="1" dirty="0" i="0" lang="en-US" sz="2000">
                <a:solidFill>
                  <a:schemeClr val="tx1"/>
                </a:solidFill>
                <a:effectLst/>
                <a:latin charset="0" panose="02020603050405020304" pitchFamily="18" typeface="Times New Roman"/>
                <a:cs charset="0" panose="02020603050405020304" pitchFamily="18" typeface="Times New Roman"/>
              </a:rPr>
              <a:t>V</a:t>
            </a:r>
            <a:r>
              <a:rPr b="0" dirty="0" i="0" lang="en-US" sz="2000">
                <a:solidFill>
                  <a:schemeClr val="tx1"/>
                </a:solidFill>
                <a:effectLst/>
                <a:latin charset="0" panose="02020603050405020304" pitchFamily="18" typeface="Times New Roman"/>
                <a:cs charset="0" panose="02020603050405020304" pitchFamily="18" typeface="Times New Roman"/>
              </a:rPr>
              <a:t>.</a:t>
            </a:r>
          </a:p>
          <a:p>
            <a:pPr lvl="1">
              <a:buFont charset="0" panose="020B0604020202020204" pitchFamily="34" typeface="Arial"/>
              <a:buChar char="•"/>
            </a:pPr>
            <a:r>
              <a:rPr b="1" dirty="0" i="0" lang="en-US" sz="2000">
                <a:solidFill>
                  <a:schemeClr val="tx1"/>
                </a:solidFill>
                <a:effectLst/>
                <a:latin charset="0" panose="02020603050405020304" pitchFamily="18" typeface="Times New Roman"/>
                <a:cs charset="0" panose="02020603050405020304" pitchFamily="18" typeface="Times New Roman"/>
              </a:rPr>
              <a:t>S </a:t>
            </a:r>
            <a:r>
              <a:rPr b="0" dirty="0" i="0" lang="en-US" sz="2000">
                <a:solidFill>
                  <a:schemeClr val="tx1"/>
                </a:solidFill>
                <a:effectLst/>
                <a:latin charset="0" panose="02020603050405020304" pitchFamily="18" typeface="Times New Roman"/>
                <a:cs charset="0" panose="02020603050405020304" pitchFamily="18" typeface="Times New Roman"/>
              </a:rPr>
              <a:t>is a special variable i.e. an element of </a:t>
            </a:r>
            <a:r>
              <a:rPr b="1" dirty="0" i="0" lang="en-US" sz="2000">
                <a:solidFill>
                  <a:schemeClr val="tx1"/>
                </a:solidFill>
                <a:effectLst/>
                <a:latin charset="0" panose="02020603050405020304" pitchFamily="18" typeface="Times New Roman"/>
                <a:cs charset="0" panose="02020603050405020304" pitchFamily="18" typeface="Times New Roman"/>
              </a:rPr>
              <a:t>V </a:t>
            </a:r>
            <a:r>
              <a:rPr b="0" dirty="0" i="0" lang="en-US" sz="2000">
                <a:solidFill>
                  <a:schemeClr val="tx1"/>
                </a:solidFill>
                <a:effectLst/>
                <a:latin charset="0" panose="02020603050405020304" pitchFamily="18" typeface="Times New Roman"/>
                <a:cs charset="0" panose="02020603050405020304" pitchFamily="18" typeface="Times New Roman"/>
              </a:rPr>
              <a:t>called the </a:t>
            </a:r>
            <a:r>
              <a:rPr b="1" dirty="0" i="1" lang="en-US" sz="2000">
                <a:solidFill>
                  <a:schemeClr val="tx1"/>
                </a:solidFill>
                <a:effectLst/>
                <a:latin charset="0" panose="02020603050405020304" pitchFamily="18" typeface="Times New Roman"/>
                <a:cs charset="0" panose="02020603050405020304" pitchFamily="18" typeface="Times New Roman"/>
              </a:rPr>
              <a:t>start symbol </a:t>
            </a:r>
            <a:r>
              <a:rPr b="0" dirty="0" i="0" lang="en-US" sz="2000">
                <a:solidFill>
                  <a:schemeClr val="tx1"/>
                </a:solidFill>
                <a:effectLst/>
                <a:latin charset="0" panose="02020603050405020304" pitchFamily="18" typeface="Times New Roman"/>
                <a:cs charset="0" panose="02020603050405020304" pitchFamily="18" typeface="Times New Roman"/>
              </a:rPr>
              <a:t>and</a:t>
            </a:r>
          </a:p>
          <a:p>
            <a:pPr lvl="1">
              <a:buFont charset="0" panose="020B0604020202020204" pitchFamily="34" typeface="Arial"/>
              <a:buChar char="•"/>
            </a:pPr>
            <a:r>
              <a:rPr b="1" dirty="0" i="0" lang="en-US" sz="2000">
                <a:solidFill>
                  <a:schemeClr val="tx1"/>
                </a:solidFill>
                <a:effectLst/>
                <a:latin charset="0" panose="02020603050405020304" pitchFamily="18" typeface="Times New Roman"/>
                <a:cs charset="0" panose="02020603050405020304" pitchFamily="18" typeface="Times New Roman"/>
              </a:rPr>
              <a:t>V </a:t>
            </a:r>
            <a:r>
              <a:rPr altLang="en-IN" b="0" dirty="0" i="0" lang="en-IN" sz="2000">
                <a:solidFill>
                  <a:schemeClr val="tx1"/>
                </a:solidFill>
                <a:effectLst/>
                <a:latin charset="0" panose="02020603050405020304" pitchFamily="18" typeface="Times New Roman"/>
                <a:cs charset="0" panose="02020603050405020304" pitchFamily="18" typeface="Times New Roman"/>
              </a:rPr>
              <a:t>∩</a:t>
            </a:r>
            <a:r>
              <a:rPr b="1" dirty="0" i="0" lang="en-US" sz="2000">
                <a:solidFill>
                  <a:schemeClr val="tx1"/>
                </a:solidFill>
                <a:effectLst/>
                <a:latin charset="0" panose="02020603050405020304" pitchFamily="18" typeface="Times New Roman"/>
                <a:cs charset="0" panose="02020603050405020304" pitchFamily="18" typeface="Times New Roman"/>
              </a:rPr>
              <a:t> Σ = φ</a:t>
            </a:r>
            <a:r>
              <a:rPr dirty="0" lang="en-US" sz="2000">
                <a:solidFill>
                  <a:schemeClr val="tx1"/>
                </a:solidFill>
                <a:latin charset="0" panose="02020603050405020304" pitchFamily="18" typeface="Times New Roman"/>
                <a:cs charset="0" panose="02020603050405020304" pitchFamily="18" typeface="Times New Roman"/>
              </a:rPr>
              <a:t> </a:t>
            </a:r>
            <a:br>
              <a:rPr dirty="0" lang="en-US" sz="2000">
                <a:solidFill>
                  <a:schemeClr val="tx1"/>
                </a:solidFill>
                <a:latin charset="0" panose="02020603050405020304" pitchFamily="18" typeface="Times New Roman"/>
                <a:cs charset="0" panose="02020603050405020304" pitchFamily="18" typeface="Times New Roman"/>
              </a:rPr>
            </a:br>
            <a:endParaRPr altLang="en-IN" dirty="0" lang="en-IN" sz="2000">
              <a:solidFill>
                <a:schemeClr val="tx1"/>
              </a:solidFill>
              <a:latin charset="0" panose="02020603050405020304" pitchFamily="18" typeface="Times New Roman"/>
              <a:cs charset="0" panose="02020603050405020304" pitchFamily="18" typeface="Times New Roman"/>
            </a:endParaRPr>
          </a:p>
          <a:p>
            <a:endParaRPr b="0" dirty="0" i="0" lang="en-US">
              <a:solidFill>
                <a:schemeClr val="tx1"/>
              </a:solidFill>
              <a:effectLst/>
              <a:latin charset="0" panose="02020603050405020304" pitchFamily="18" typeface="Times New Roman"/>
              <a:cs charset="0" panose="02020603050405020304" pitchFamily="18" typeface="Times New Roman"/>
            </a:endParaRPr>
          </a:p>
          <a:p>
            <a:endParaRPr altLang="en-IN" dirty="0" lang="en-IN">
              <a:solidFill>
                <a:schemeClr val="tx1"/>
              </a:solidFill>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414327914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3">
                                            <p:txEl>
                                              <p:pRg end="6" st="6"/>
                                            </p:txEl>
                                          </p:spTgt>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1" presetSubtype="0">
                                  <p:stCondLst>
                                    <p:cond delay="0"/>
                                  </p:stCondLst>
                                  <p:childTnLst>
                                    <p:set>
                                      <p:cBhvr>
                                        <p:cTn dur="1" fill="hold" id="34">
                                          <p:stCondLst>
                                            <p:cond delay="0"/>
                                          </p:stCondLst>
                                        </p:cTn>
                                        <p:tgtEl>
                                          <p:spTgt spid="3">
                                            <p:txEl>
                                              <p:pRg end="7" st="7"/>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C822-9E62-11F1-4BA8-EDB155BCA133}"/>
              </a:ext>
            </a:extLst>
          </p:cNvPr>
          <p:cNvSpPr>
            <a:spLocks noGrp="1"/>
          </p:cNvSpPr>
          <p:nvPr>
            <p:ph type="title"/>
          </p:nvPr>
        </p:nvSpPr>
        <p:spPr/>
        <p:txBody>
          <a:bodyPr numCol="1"/>
          <a:lstStyle/>
          <a:p>
            <a:endParaRPr altLang="en-IN" lang="en-IN"/>
          </a:p>
        </p:txBody>
      </p:sp>
      <p:sp>
        <p:nvSpPr>
          <p:cNvPr id="3" name="Content Placeholder 2">
            <a:extLst>
              <a:ext uri="{FF2B5EF4-FFF2-40B4-BE49-F238E27FC236}">
                <a16:creationId xmlns:a16="http://schemas.microsoft.com/office/drawing/2014/main" id="{EF2B1386-E220-3E1C-6BEE-129191A6AAA7}"/>
              </a:ext>
            </a:extLst>
          </p:cNvPr>
          <p:cNvSpPr>
            <a:spLocks noGrp="1"/>
          </p:cNvSpPr>
          <p:nvPr>
            <p:ph idx="1"/>
          </p:nvPr>
        </p:nvSpPr>
        <p:spPr/>
        <p:txBody>
          <a:bodyPr numCol="1">
            <a:normAutofit lnSpcReduction="10000"/>
          </a:bodyPr>
          <a:lstStyle/>
          <a:p>
            <a:pPr algn="just">
              <a:buFont charset="0" panose="020B0604020202020204" pitchFamily="34" typeface="Arial"/>
              <a:buChar char="•"/>
            </a:pPr>
            <a:r>
              <a:rPr dirty="0" lang="en-US" sz="3200">
                <a:solidFill>
                  <a:srgbClr val="000000"/>
                </a:solidFill>
                <a:latin charset="0" panose="02020603050405020304" pitchFamily="18" typeface="Times New Roman"/>
                <a:cs charset="0" panose="02020603050405020304" pitchFamily="18" typeface="Times New Roman"/>
              </a:rPr>
              <a:t>O</a:t>
            </a:r>
            <a:r>
              <a:rPr b="0" dirty="0" i="0" lang="en-US" sz="3200">
                <a:solidFill>
                  <a:srgbClr val="000000"/>
                </a:solidFill>
                <a:effectLst/>
                <a:latin charset="0" panose="02020603050405020304" pitchFamily="18" typeface="Times New Roman"/>
                <a:cs charset="0" panose="02020603050405020304" pitchFamily="18" typeface="Times New Roman"/>
              </a:rPr>
              <a:t>bserve the following regarding the production rules:</a:t>
            </a:r>
          </a:p>
          <a:p>
            <a:pPr algn="just" lvl="1">
              <a:buFont charset="2" panose="05000000000000000000" pitchFamily="2" typeface="Wingdings"/>
              <a:buChar char="Ø"/>
            </a:pPr>
            <a:r>
              <a:rPr b="0" dirty="0" i="0" lang="en-US" sz="3000">
                <a:solidFill>
                  <a:srgbClr val="000000"/>
                </a:solidFill>
                <a:effectLst/>
                <a:latin charset="0" panose="02020603050405020304" pitchFamily="18" typeface="Times New Roman"/>
                <a:cs charset="0" panose="02020603050405020304" pitchFamily="18" typeface="Times New Roman"/>
              </a:rPr>
              <a:t>Reverse substitutions is not permitted. </a:t>
            </a:r>
          </a:p>
          <a:p>
            <a:pPr algn="just" lvl="1">
              <a:buFont charset="2" panose="05000000000000000000" pitchFamily="2" typeface="Wingdings"/>
              <a:buChar char="Ø"/>
            </a:pPr>
            <a:r>
              <a:rPr b="0" dirty="0" i="0" lang="en-US" sz="3000">
                <a:solidFill>
                  <a:srgbClr val="000000"/>
                </a:solidFill>
                <a:effectLst/>
                <a:latin charset="0" panose="02020603050405020304" pitchFamily="18" typeface="Times New Roman"/>
                <a:cs charset="0" panose="02020603050405020304" pitchFamily="18" typeface="Times New Roman"/>
              </a:rPr>
              <a:t>For example, if S </a:t>
            </a:r>
            <a:r>
              <a:rPr altLang="en-IN" b="0" dirty="0" i="1" lang="en-IN" sz="3000">
                <a:solidFill>
                  <a:srgbClr val="000000"/>
                </a:solidFill>
                <a:effectLst/>
                <a:latin charset="0" panose="02020603050405020304" pitchFamily="18" typeface="Times New Roman"/>
                <a:cs charset="0" panose="02020603050405020304" pitchFamily="18" typeface="Times New Roman"/>
              </a:rPr>
              <a:t>→  </a:t>
            </a:r>
            <a:r>
              <a:rPr b="0" dirty="0" i="0" lang="en-US" sz="3000">
                <a:solidFill>
                  <a:srgbClr val="000000"/>
                </a:solidFill>
                <a:effectLst/>
                <a:latin charset="0" panose="02020603050405020304" pitchFamily="18" typeface="Times New Roman"/>
                <a:cs charset="0" panose="02020603050405020304" pitchFamily="18" typeface="Times New Roman"/>
              </a:rPr>
              <a:t>AB is a production then we can place S by AB but we cannot replace AB by S.</a:t>
            </a:r>
          </a:p>
          <a:p>
            <a:pPr algn="just" lvl="1">
              <a:buFont charset="2" panose="05000000000000000000" pitchFamily="2" typeface="Wingdings"/>
              <a:buChar char="Ø"/>
            </a:pPr>
            <a:r>
              <a:rPr b="0" dirty="0" i="0" lang="en-US" sz="3000">
                <a:solidFill>
                  <a:srgbClr val="000000"/>
                </a:solidFill>
                <a:effectLst/>
                <a:latin charset="0" panose="02020603050405020304" pitchFamily="18" typeface="Times New Roman"/>
                <a:cs charset="0" panose="02020603050405020304" pitchFamily="18" typeface="Times New Roman"/>
              </a:rPr>
              <a:t>No inversion operation is permitted. </a:t>
            </a:r>
          </a:p>
          <a:p>
            <a:pPr algn="just" lvl="1">
              <a:buFont charset="2" panose="05000000000000000000" pitchFamily="2" typeface="Wingdings"/>
              <a:buChar char="Ø"/>
            </a:pPr>
            <a:r>
              <a:rPr b="0" dirty="0" i="0" lang="en-US" sz="3000">
                <a:solidFill>
                  <a:srgbClr val="000000"/>
                </a:solidFill>
                <a:effectLst/>
                <a:latin charset="0" panose="02020603050405020304" pitchFamily="18" typeface="Times New Roman"/>
                <a:cs charset="0" panose="02020603050405020304" pitchFamily="18" typeface="Times New Roman"/>
              </a:rPr>
              <a:t>For example, if S </a:t>
            </a:r>
            <a:r>
              <a:rPr altLang="en-IN" b="0" dirty="0" i="1" lang="en-IN" sz="3000">
                <a:solidFill>
                  <a:srgbClr val="000000"/>
                </a:solidFill>
                <a:effectLst/>
                <a:latin charset="0" panose="02020603050405020304" pitchFamily="18" typeface="Times New Roman"/>
                <a:cs charset="0" panose="02020603050405020304" pitchFamily="18" typeface="Times New Roman"/>
              </a:rPr>
              <a:t>→</a:t>
            </a:r>
            <a:r>
              <a:rPr b="0" dirty="0" i="0" lang="en-US" sz="3000">
                <a:solidFill>
                  <a:srgbClr val="000000"/>
                </a:solidFill>
                <a:effectLst/>
                <a:latin charset="0" panose="02020603050405020304" pitchFamily="18" typeface="Times New Roman"/>
                <a:cs charset="0" panose="02020603050405020304" pitchFamily="18" typeface="Times New Roman"/>
              </a:rPr>
              <a:t> AB is a production then, it is not necessary that AB </a:t>
            </a:r>
            <a:r>
              <a:rPr altLang="en-IN" b="0" dirty="0" i="1" lang="en-IN" sz="3000">
                <a:solidFill>
                  <a:srgbClr val="000000"/>
                </a:solidFill>
                <a:effectLst/>
                <a:latin charset="0" panose="02020603050405020304" pitchFamily="18" typeface="Times New Roman"/>
                <a:cs charset="0" panose="02020603050405020304" pitchFamily="18" typeface="Times New Roman"/>
              </a:rPr>
              <a:t>→</a:t>
            </a:r>
            <a:r>
              <a:rPr b="0" dirty="0" i="0" lang="en-US" sz="3000">
                <a:solidFill>
                  <a:srgbClr val="000000"/>
                </a:solidFill>
                <a:effectLst/>
                <a:latin charset="0" panose="02020603050405020304" pitchFamily="18" typeface="Times New Roman"/>
                <a:cs charset="0" panose="02020603050405020304" pitchFamily="18" typeface="Times New Roman"/>
              </a:rPr>
              <a:t> S is a production.</a:t>
            </a:r>
          </a:p>
          <a:p>
            <a:pPr algn="just" indent="0" lvl="1" marL="201168">
              <a:buNone/>
            </a:pPr>
            <a:r>
              <a:rPr dirty="0" lang="en-US" sz="3400">
                <a:latin charset="0" panose="02020603050405020304" pitchFamily="18" typeface="Times New Roman"/>
                <a:cs charset="0" panose="02020603050405020304" pitchFamily="18" typeface="Times New Roman"/>
              </a:rPr>
              <a:t> </a:t>
            </a:r>
            <a:br>
              <a:rPr dirty="0" lang="en-US" sz="3400">
                <a:latin charset="0" panose="02020603050405020304" pitchFamily="18" typeface="Times New Roman"/>
                <a:cs charset="0" panose="02020603050405020304" pitchFamily="18" typeface="Times New Roman"/>
              </a:rPr>
            </a:br>
            <a:endParaRPr altLang="en-IN" dirty="0" lang="en-IN" sz="3400">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275093190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4" st="4"/>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3">
                                            <p:txEl>
                                              <p:pRg end="5" st="5"/>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5614A5-C7FD-C6C9-FF30-12821F078AA4}"/>
              </a:ext>
            </a:extLst>
          </p:cNvPr>
          <p:cNvSpPr txBox="1"/>
          <p:nvPr/>
        </p:nvSpPr>
        <p:spPr>
          <a:xfrm>
            <a:off x="613886" y="208687"/>
            <a:ext cx="10964227" cy="3970318"/>
          </a:xfrm>
          <a:prstGeom prst="rect">
            <a:avLst/>
          </a:prstGeom>
          <a:noFill/>
        </p:spPr>
        <p:txBody>
          <a:bodyPr numCol="1" wrap="square">
            <a:spAutoFit/>
          </a:bodyPr>
          <a:lstStyle/>
          <a:p>
            <a:pPr algn="l" defTabSz="457200" eaLnBrk="1" hangingPunct="1" indent="0" latinLnBrk="0" lvl="0" marL="0" marR="0" rtl="0">
              <a:lnSpc>
                <a:spcPct val="100000"/>
              </a:lnSpc>
              <a:spcBef>
                <a:spcPts val="0"/>
              </a:spcBef>
              <a:spcAft>
                <a:spcPts val="0"/>
              </a:spcAft>
              <a:buClrTx/>
              <a:buSzTx/>
              <a:buFontTx/>
              <a:buNone/>
              <a:tabLst/>
              <a:defRPr/>
            </a:pPr>
            <a:r>
              <a:rPr b="1"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Example :</a:t>
            </a:r>
            <a:br>
              <a:rPr b="1"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b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V </a:t>
            </a:r>
            <a:r>
              <a:rPr b="0"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a:t>
            </a: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{S, A, B}</a:t>
            </a:r>
            <a:r>
              <a:rPr b="0"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a:t>
            </a:r>
            <a:br>
              <a:rPr b="0"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b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Σ = </a:t>
            </a: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{a, b}</a:t>
            </a:r>
            <a:r>
              <a:rPr b="0"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a:t>
            </a:r>
            <a:br>
              <a:rPr b="0"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b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R </a:t>
            </a:r>
            <a:r>
              <a:rPr b="0"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a:t>
            </a: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{S </a:t>
            </a:r>
            <a:r>
              <a:rPr altLang="en-IN" b="0" baseline="0" cap="none" dirty="0" i="1" kern="1200" kumimoji="0" lang="en-IN"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a:t>
            </a: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A, S </a:t>
            </a:r>
            <a:r>
              <a:rPr altLang="en-IN" b="0" baseline="0" cap="none" dirty="0" i="1" kern="1200" kumimoji="0" lang="en-IN"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a:t>
            </a: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B, B </a:t>
            </a:r>
            <a:r>
              <a:rPr altLang="en-IN" b="0" baseline="0" cap="none" dirty="0" i="1" kern="1200" kumimoji="0" lang="en-IN"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a:t>
            </a: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a:t>
            </a:r>
            <a:r>
              <a:rPr b="0" baseline="0" cap="none" dirty="0" err="1"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bB</a:t>
            </a: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A </a:t>
            </a:r>
            <a:r>
              <a:rPr altLang="en-IN" b="0" baseline="0" cap="none" dirty="0" i="1" kern="1200" kumimoji="0" lang="en-IN"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a:t>
            </a: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a:t>
            </a:r>
            <a:r>
              <a:rPr b="0" baseline="0" cap="none" dirty="0" err="1"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aA</a:t>
            </a: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A </a:t>
            </a:r>
            <a:r>
              <a:rPr altLang="en-IN" b="0" baseline="0" cap="none" dirty="0" i="1" kern="1200" kumimoji="0" lang="en-IN"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a:t>
            </a:r>
            <a:r>
              <a:rPr altLang="el-GR" b="0" baseline="0" cap="none" dirty="0" i="0" kern="1200" kumimoji="0" lang="el-GR" noProof="0" normalizeH="0" spc="0" strike="noStrike" sz="2800" u="none">
                <a:ln>
                  <a:noFill/>
                </a:ln>
                <a:solidFill>
                  <a:srgbClr val="1F1F1F"/>
                </a:solidFill>
                <a:effectLst/>
                <a:uLnTx/>
                <a:uFillTx/>
                <a:latin typeface="Google Sans"/>
                <a:ea typeface="+mn-ea"/>
                <a:cs typeface="+mn-cs"/>
              </a:rPr>
              <a:t>ε</a:t>
            </a: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 B</a:t>
            </a:r>
            <a:r>
              <a:rPr altLang="en-IN" b="0" baseline="0" cap="none" dirty="0" i="1" kern="1200" kumimoji="0" lang="en-IN"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 </a:t>
            </a:r>
            <a:r>
              <a:rPr altLang="el-GR" b="0" baseline="0" cap="none" dirty="0" i="0" kern="1200" kumimoji="0" lang="el-GR" noProof="0" normalizeH="0" spc="0" strike="noStrike" sz="2800" u="none">
                <a:ln>
                  <a:noFill/>
                </a:ln>
                <a:solidFill>
                  <a:srgbClr val="1F1F1F"/>
                </a:solidFill>
                <a:effectLst/>
                <a:uLnTx/>
                <a:uFillTx/>
                <a:latin typeface="Google Sans"/>
                <a:ea typeface="+mn-ea"/>
                <a:cs typeface="+mn-cs"/>
              </a:rPr>
              <a:t>ε</a:t>
            </a:r>
            <a:r>
              <a:rPr dirty="0" lang="en-US" sz="2800">
                <a:solidFill>
                  <a:srgbClr val="000000"/>
                </a:solidFill>
                <a:latin charset="0" panose="02020603050405020304" pitchFamily="18" typeface="Times New Roman"/>
                <a:cs charset="0" panose="02020603050405020304" pitchFamily="18" typeface="Times New Roman"/>
              </a:rPr>
              <a:t>},</a:t>
            </a:r>
            <a:br>
              <a:rPr b="0"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br>
            <a:r>
              <a:rPr b="0" baseline="0" cap="none" dirty="0" i="1"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S </a:t>
            </a:r>
            <a:r>
              <a:rPr b="0"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is the start symbol</a:t>
            </a:r>
            <a:r>
              <a:rPr b="0" baseline="0" cap="none" dirty="0" i="0" kern="1200" kumimoji="0" lang="en-US" noProof="0" normalizeH="0" spc="0" strike="noStrike" sz="2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br>
              <a:rPr b="0" baseline="0" cap="none" dirty="0" i="0" kern="1200" kumimoji="0" lang="en-US" noProof="0" normalizeH="0" spc="0" strike="noStrike" sz="2800" u="none">
                <a:ln>
                  <a:noFill/>
                </a:ln>
                <a:solidFill>
                  <a:prstClr val="black"/>
                </a:solidFill>
                <a:effectLst/>
                <a:uLnTx/>
                <a:uFillTx/>
                <a:latin charset="0" panose="02020603050405020304" pitchFamily="18" typeface="Times New Roman"/>
                <a:ea typeface="+mn-ea"/>
                <a:cs charset="0" panose="02020603050405020304" pitchFamily="18" typeface="Times New Roman"/>
              </a:rPr>
            </a:br>
            <a:endParaRPr b="0" baseline="0" cap="none" dirty="0" i="0" kern="1200" kumimoji="0" lang="en-US" noProof="0" normalizeH="0" spc="0" strike="noStrike" sz="2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0" marR="0" rtl="0">
              <a:lnSpc>
                <a:spcPct val="100000"/>
              </a:lnSpc>
              <a:spcBef>
                <a:spcPts val="0"/>
              </a:spcBef>
              <a:spcAft>
                <a:spcPts val="0"/>
              </a:spcAft>
              <a:buClrTx/>
              <a:buSzTx/>
              <a:buFontTx/>
              <a:buNone/>
              <a:tabLst/>
              <a:defRPr/>
            </a:pPr>
            <a:r>
              <a:rPr b="1"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Words generated by Grammar: </a:t>
            </a:r>
            <a:r>
              <a:rPr b="0" baseline="0" cap="none" dirty="0" err="1"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aaaa</a:t>
            </a:r>
            <a:r>
              <a:rPr b="0" baseline="0" cap="none" dirty="0" i="0" kern="1200" kumimoji="0" lang="en-US" noProof="0" normalizeH="0" spc="0" strike="noStrike" sz="2800" u="none">
                <a:ln>
                  <a:noFill/>
                </a:ln>
                <a:solidFill>
                  <a:srgbClr val="000000"/>
                </a:solidFill>
                <a:effectLst/>
                <a:uLnTx/>
                <a:uFillTx/>
                <a:latin charset="0" panose="02020603050405020304" pitchFamily="18" typeface="Times New Roman"/>
                <a:ea typeface="+mn-ea"/>
                <a:cs charset="0" panose="02020603050405020304" pitchFamily="18" typeface="Times New Roman"/>
              </a:rPr>
              <a:t> is in the language generated by the grammar we have just described: </a:t>
            </a:r>
            <a:br>
              <a:rPr b="0" baseline="0" cap="none" dirty="0" i="0" kern="1200" kumimoji="0" lang="en-US" noProof="0" normalizeH="0" spc="0" strike="noStrike" sz="2800" u="none">
                <a:ln>
                  <a:noFill/>
                </a:ln>
                <a:solidFill>
                  <a:prstClr val="black"/>
                </a:solidFill>
                <a:effectLst/>
                <a:uLnTx/>
                <a:uFillTx/>
                <a:latin panose="020F0502020204030204" typeface="Calibri"/>
                <a:ea typeface="+mn-ea"/>
                <a:cs typeface="+mn-cs"/>
              </a:rPr>
            </a:br>
            <a:endParaRPr altLang="en-IN" b="0" baseline="0" cap="none" dirty="0" i="0" kern="1200" kumimoji="0" lang="en-IN" noProof="0" normalizeH="0" spc="0" strike="noStrike" sz="2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pic>
        <p:nvPicPr>
          <p:cNvPr id="5" name="Picture 4">
            <a:extLst>
              <a:ext uri="{FF2B5EF4-FFF2-40B4-BE49-F238E27FC236}">
                <a16:creationId xmlns:a16="http://schemas.microsoft.com/office/drawing/2014/main" id="{41BCB5D2-B423-ACAE-0B1B-E38804FB6EC3}"/>
              </a:ext>
            </a:extLst>
          </p:cNvPr>
          <p:cNvPicPr>
            <a:picLocks noChangeAspect="1"/>
          </p:cNvPicPr>
          <p:nvPr/>
        </p:nvPicPr>
        <p:blipFill>
          <a:blip r:embed="rId2"/>
          <a:stretch>
            <a:fillRect/>
          </a:stretch>
        </p:blipFill>
        <p:spPr>
          <a:xfrm>
            <a:off x="5620303" y="3440430"/>
            <a:ext cx="5009597" cy="2810996"/>
          </a:xfrm>
          <a:prstGeom prst="rect">
            <a:avLst/>
          </a:prstGeom>
        </p:spPr>
      </p:pic>
    </p:spTree>
    <p:extLst>
      <p:ext uri="{BB962C8B-B14F-4D97-AF65-F5344CB8AC3E}">
        <p14:creationId xmlns:p14="http://schemas.microsoft.com/office/powerpoint/2010/main" val="427956023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5"/>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3636D-48E0-BF59-60D9-D2390C23196A}"/>
              </a:ext>
            </a:extLst>
          </p:cNvPr>
          <p:cNvSpPr>
            <a:spLocks noGrp="1"/>
          </p:cNvSpPr>
          <p:nvPr>
            <p:ph type="title"/>
          </p:nvPr>
        </p:nvSpPr>
        <p:spPr/>
        <p:txBody>
          <a:bodyPr numCol="1"/>
          <a:lstStyle/>
          <a:p>
            <a:r>
              <a:rPr altLang="en-IN" dirty="0" lang="en-IN"/>
              <a:t>Derivation</a:t>
            </a:r>
          </a:p>
        </p:txBody>
      </p:sp>
      <p:sp>
        <p:nvSpPr>
          <p:cNvPr id="3" name="Content Placeholder 2">
            <a:extLst>
              <a:ext uri="{FF2B5EF4-FFF2-40B4-BE49-F238E27FC236}">
                <a16:creationId xmlns:a16="http://schemas.microsoft.com/office/drawing/2014/main" id="{495E1948-A147-7B85-CABE-563DB28031CF}"/>
              </a:ext>
            </a:extLst>
          </p:cNvPr>
          <p:cNvSpPr>
            <a:spLocks noGrp="1"/>
          </p:cNvSpPr>
          <p:nvPr>
            <p:ph idx="1"/>
          </p:nvPr>
        </p:nvSpPr>
        <p:spPr/>
        <p:txBody>
          <a:bodyPr numCol="1">
            <a:normAutofit/>
          </a:bodyPr>
          <a:lstStyle/>
          <a:p>
            <a:pPr algn="just"/>
            <a:r>
              <a:rPr b="0" dirty="0" i="0" lang="en-US" sz="2200">
                <a:solidFill>
                  <a:srgbClr val="000000"/>
                </a:solidFill>
                <a:effectLst/>
                <a:latin charset="0" panose="02020603050405020304" pitchFamily="18" typeface="Times New Roman"/>
                <a:cs charset="0" panose="02020603050405020304" pitchFamily="18" typeface="Times New Roman"/>
              </a:rPr>
              <a:t>The production rules are used to derive the certain strings from start symbol and at every step we are replacing or substitute the value of variable in right hand side the entire process is called derivation. And whatever intermediate string obtain at every step, these are called </a:t>
            </a:r>
            <a:r>
              <a:rPr b="0" dirty="0" i="1" lang="en-US" sz="2200">
                <a:solidFill>
                  <a:srgbClr val="000000"/>
                </a:solidFill>
                <a:effectLst/>
                <a:latin charset="0" panose="02020603050405020304" pitchFamily="18" typeface="Times New Roman"/>
                <a:cs charset="0" panose="02020603050405020304" pitchFamily="18" typeface="Times New Roman"/>
              </a:rPr>
              <a:t>sentential form </a:t>
            </a:r>
            <a:r>
              <a:rPr b="0" dirty="0" i="0" lang="en-US" sz="2200">
                <a:solidFill>
                  <a:srgbClr val="000000"/>
                </a:solidFill>
                <a:effectLst/>
                <a:latin charset="0" panose="02020603050405020304" pitchFamily="18" typeface="Times New Roman"/>
                <a:cs charset="0" panose="02020603050405020304" pitchFamily="18" typeface="Times New Roman"/>
              </a:rPr>
              <a:t>or </a:t>
            </a:r>
            <a:r>
              <a:rPr b="0" dirty="0" i="1" lang="en-US" sz="2200">
                <a:solidFill>
                  <a:srgbClr val="000000"/>
                </a:solidFill>
                <a:effectLst/>
                <a:latin charset="0" panose="02020603050405020304" pitchFamily="18" typeface="Times New Roman"/>
                <a:cs charset="0" panose="02020603050405020304" pitchFamily="18" typeface="Times New Roman"/>
              </a:rPr>
              <a:t>sequential form.</a:t>
            </a:r>
          </a:p>
          <a:p>
            <a:pPr algn="just"/>
            <a:r>
              <a:rPr dirty="0" lang="en-US" sz="2200">
                <a:latin charset="0" panose="02020603050405020304" pitchFamily="18" typeface="Times New Roman"/>
                <a:cs charset="0" panose="02020603050405020304" pitchFamily="18" typeface="Times New Roman"/>
              </a:rPr>
              <a:t> </a:t>
            </a:r>
            <a:br>
              <a:rPr dirty="0" lang="en-US" sz="2200">
                <a:latin charset="0" panose="02020603050405020304" pitchFamily="18" typeface="Times New Roman"/>
                <a:cs charset="0" panose="02020603050405020304" pitchFamily="18" typeface="Times New Roman"/>
              </a:rPr>
            </a:br>
            <a:endParaRPr altLang="en-IN" dirty="0" lang="en-IN" sz="2200">
              <a:latin charset="0" panose="02020603050405020304" pitchFamily="18" typeface="Times New Roman"/>
              <a:cs charset="0" panose="02020603050405020304" pitchFamily="18" typeface="Times New Roman"/>
            </a:endParaRPr>
          </a:p>
        </p:txBody>
      </p:sp>
      <p:pic>
        <p:nvPicPr>
          <p:cNvPr id="7" name="Picture 6">
            <a:extLst>
              <a:ext uri="{FF2B5EF4-FFF2-40B4-BE49-F238E27FC236}">
                <a16:creationId xmlns:a16="http://schemas.microsoft.com/office/drawing/2014/main" id="{A5BF3D7E-6178-BD53-E49D-B574FDEC4773}"/>
              </a:ext>
            </a:extLst>
          </p:cNvPr>
          <p:cNvPicPr>
            <a:picLocks noChangeAspect="1"/>
          </p:cNvPicPr>
          <p:nvPr/>
        </p:nvPicPr>
        <p:blipFill>
          <a:blip r:embed="rId2"/>
          <a:srcRect b="32233" r="72376"/>
          <a:stretch/>
        </p:blipFill>
        <p:spPr>
          <a:xfrm>
            <a:off x="1852129" y="3065407"/>
            <a:ext cx="2455311" cy="2427145"/>
          </a:xfrm>
          <a:prstGeom prst="rect">
            <a:avLst/>
          </a:prstGeom>
        </p:spPr>
      </p:pic>
      <p:pic>
        <p:nvPicPr>
          <p:cNvPr id="4" name="Picture 3">
            <a:extLst>
              <a:ext uri="{FF2B5EF4-FFF2-40B4-BE49-F238E27FC236}">
                <a16:creationId xmlns:a16="http://schemas.microsoft.com/office/drawing/2014/main" id="{69CE4D65-58C2-90BC-2259-88E0371AFC61}"/>
              </a:ext>
            </a:extLst>
          </p:cNvPr>
          <p:cNvPicPr>
            <a:picLocks noChangeAspect="1"/>
          </p:cNvPicPr>
          <p:nvPr/>
        </p:nvPicPr>
        <p:blipFill>
          <a:blip r:embed="rId2"/>
          <a:srcRect b="43433" l="27967"/>
          <a:stretch>
            <a:fillRect/>
          </a:stretch>
        </p:blipFill>
        <p:spPr>
          <a:xfrm>
            <a:off x="4445435" y="3300380"/>
            <a:ext cx="6402470" cy="2026000"/>
          </a:xfrm>
          <a:prstGeom prst="rect">
            <a:avLst/>
          </a:prstGeom>
        </p:spPr>
      </p:pic>
      <p:pic>
        <p:nvPicPr>
          <p:cNvPr id="5" name="Picture 4">
            <a:extLst>
              <a:ext uri="{FF2B5EF4-FFF2-40B4-BE49-F238E27FC236}">
                <a16:creationId xmlns:a16="http://schemas.microsoft.com/office/drawing/2014/main" id="{1D9532E9-939E-36B8-9BE7-ED7C3A61EB12}"/>
              </a:ext>
            </a:extLst>
          </p:cNvPr>
          <p:cNvPicPr>
            <a:picLocks noChangeAspect="1"/>
          </p:cNvPicPr>
          <p:nvPr/>
        </p:nvPicPr>
        <p:blipFill>
          <a:blip r:embed="rId2"/>
          <a:srcRect b="-799" l="-167" t="72431"/>
          <a:stretch/>
        </p:blipFill>
        <p:spPr>
          <a:xfrm>
            <a:off x="2082800" y="5842000"/>
            <a:ext cx="8903100" cy="1016000"/>
          </a:xfrm>
          <a:prstGeom prst="rect">
            <a:avLst/>
          </a:prstGeom>
        </p:spPr>
      </p:pic>
      <p:pic>
        <p:nvPicPr>
          <p:cNvPr id="6" name="Picture 5">
            <a:extLst>
              <a:ext uri="{FF2B5EF4-FFF2-40B4-BE49-F238E27FC236}">
                <a16:creationId xmlns:a16="http://schemas.microsoft.com/office/drawing/2014/main" id="{FD0B6B84-4B34-6B45-7988-258635160DD4}"/>
              </a:ext>
            </a:extLst>
          </p:cNvPr>
          <p:cNvPicPr>
            <a:picLocks noChangeAspect="1"/>
          </p:cNvPicPr>
          <p:nvPr/>
        </p:nvPicPr>
        <p:blipFill>
          <a:blip r:embed="rId2"/>
          <a:srcRect b="28280" l="27967" t="56951"/>
          <a:stretch>
            <a:fillRect/>
          </a:stretch>
        </p:blipFill>
        <p:spPr>
          <a:xfrm>
            <a:off x="4530325" y="5340152"/>
            <a:ext cx="6402470" cy="528942"/>
          </a:xfrm>
          <a:prstGeom prst="rect">
            <a:avLst/>
          </a:prstGeom>
        </p:spPr>
      </p:pic>
    </p:spTree>
    <p:extLst>
      <p:ext uri="{BB962C8B-B14F-4D97-AF65-F5344CB8AC3E}">
        <p14:creationId xmlns:p14="http://schemas.microsoft.com/office/powerpoint/2010/main" val="279007565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7"/>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4"/>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6"/>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5"/>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DB04786-935C-3333-7593-2D1E5D00626E}"/>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a:xfrm>
            <a:off x="5524500" y="2474595"/>
            <a:ext cx="6629400" cy="38290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C9AE5D9-4B82-2394-422A-1EBD6D1A17F3}"/>
              </a:ext>
            </a:extLst>
          </p:cNvPr>
          <p:cNvSpPr>
            <a:spLocks noGrp="1"/>
          </p:cNvSpPr>
          <p:nvPr>
            <p:ph type="title"/>
          </p:nvPr>
        </p:nvSpPr>
        <p:spPr/>
        <p:txBody>
          <a:bodyPr numCol="1"/>
          <a:lstStyle/>
          <a:p>
            <a:r>
              <a:rPr altLang="en-IN" dirty="0" lang="en-IN"/>
              <a:t>Chomsky's Hierarchy (Type of Grammar )</a:t>
            </a:r>
          </a:p>
        </p:txBody>
      </p:sp>
      <p:sp>
        <p:nvSpPr>
          <p:cNvPr id="3" name="Content Placeholder 2">
            <a:extLst>
              <a:ext uri="{FF2B5EF4-FFF2-40B4-BE49-F238E27FC236}">
                <a16:creationId xmlns:a16="http://schemas.microsoft.com/office/drawing/2014/main" id="{2AC0A1D5-E153-AE9D-470A-F5AB33A4F751}"/>
              </a:ext>
            </a:extLst>
          </p:cNvPr>
          <p:cNvSpPr>
            <a:spLocks noGrp="1"/>
          </p:cNvSpPr>
          <p:nvPr>
            <p:ph idx="1"/>
          </p:nvPr>
        </p:nvSpPr>
        <p:spPr>
          <a:xfrm>
            <a:off x="605790" y="1822874"/>
            <a:ext cx="10058400" cy="4023360"/>
          </a:xfrm>
        </p:spPr>
        <p:txBody>
          <a:bodyPr numCol="1">
            <a:normAutofit/>
          </a:bodyPr>
          <a:lstStyle/>
          <a:p>
            <a:pPr>
              <a:buFont charset="0" panose="020B0604020202020204" pitchFamily="34" typeface="Arial"/>
              <a:buChar char="•"/>
            </a:pPr>
            <a:r>
              <a:rPr dirty="0" lang="en-US" sz="2400"/>
              <a:t>According to Chomsky hierarchy, grammar is divided into 4 types as follows: </a:t>
            </a:r>
          </a:p>
          <a:p>
            <a:pPr indent="-342900" lvl="1" marL="544068">
              <a:buFont typeface="+mj-lt"/>
              <a:buAutoNum type="arabicPeriod"/>
            </a:pPr>
            <a:r>
              <a:rPr dirty="0" lang="en-US" sz="2000"/>
              <a:t>Type 0 is known as unrestricted grammar.</a:t>
            </a:r>
          </a:p>
          <a:p>
            <a:pPr indent="-342900" lvl="1" marL="544068">
              <a:buFont typeface="+mj-lt"/>
              <a:buAutoNum type="arabicPeriod"/>
            </a:pPr>
            <a:r>
              <a:rPr dirty="0" lang="en-US" sz="2000"/>
              <a:t>Type 1 is known as context-sensitive grammar.</a:t>
            </a:r>
          </a:p>
          <a:p>
            <a:pPr indent="-342900" lvl="1" marL="544068">
              <a:buFont typeface="+mj-lt"/>
              <a:buAutoNum type="arabicPeriod"/>
            </a:pPr>
            <a:r>
              <a:rPr dirty="0" lang="en-US" sz="2000"/>
              <a:t>Type 2 is known as a context-free grammar.</a:t>
            </a:r>
          </a:p>
          <a:p>
            <a:pPr indent="-342900" lvl="1" marL="544068">
              <a:buFont typeface="+mj-lt"/>
              <a:buAutoNum type="arabicPeriod"/>
            </a:pPr>
            <a:r>
              <a:rPr dirty="0" lang="en-US" sz="2000"/>
              <a:t>Type 3 Regular Grammar.</a:t>
            </a:r>
            <a:endParaRPr altLang="en-IN" dirty="0" lang="en-IN" sz="2000"/>
          </a:p>
        </p:txBody>
      </p:sp>
    </p:spTree>
    <p:extLst>
      <p:ext uri="{BB962C8B-B14F-4D97-AF65-F5344CB8AC3E}">
        <p14:creationId xmlns:p14="http://schemas.microsoft.com/office/powerpoint/2010/main" val="2333609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E7BA0-FD14-12EF-FA24-46CAC0AC11B5}"/>
              </a:ext>
            </a:extLst>
          </p:cNvPr>
          <p:cNvSpPr>
            <a:spLocks noGrp="1"/>
          </p:cNvSpPr>
          <p:nvPr>
            <p:ph type="title"/>
          </p:nvPr>
        </p:nvSpPr>
        <p:spPr/>
        <p:txBody>
          <a:bodyPr numCol="1"/>
          <a:lstStyle/>
          <a:p>
            <a:r>
              <a:rPr altLang="en-IN" dirty="0" lang="en-IN"/>
              <a:t>Type of Grammars</a:t>
            </a:r>
          </a:p>
        </p:txBody>
      </p:sp>
      <p:graphicFrame>
        <p:nvGraphicFramePr>
          <p:cNvPr id="4" name="Content Placeholder 3">
            <a:extLst>
              <a:ext uri="{FF2B5EF4-FFF2-40B4-BE49-F238E27FC236}">
                <a16:creationId xmlns:a16="http://schemas.microsoft.com/office/drawing/2014/main" id="{8F22D0EA-CBB4-2FF9-E2BB-9CAF9BB5EF41}"/>
              </a:ext>
            </a:extLst>
          </p:cNvPr>
          <p:cNvGraphicFramePr>
            <a:graphicFrameLocks noGrp="1"/>
          </p:cNvGraphicFramePr>
          <p:nvPr>
            <p:ph idx="1"/>
          </p:nvPr>
        </p:nvGraphicFramePr>
        <p:xfrm>
          <a:off x="1183004" y="1939906"/>
          <a:ext cx="9886952" cy="4022724"/>
        </p:xfrm>
        <a:graphic>
          <a:graphicData uri="http://schemas.openxmlformats.org/drawingml/2006/table">
            <a:tbl>
              <a:tblPr firstRow="1">
                <a:tableStyleId>{72833802-FEF1-4C79-8D5D-14CF1EAF98D9}</a:tableStyleId>
              </a:tblPr>
              <a:tblGrid>
                <a:gridCol w="2471738">
                  <a:extLst>
                    <a:ext uri="{9D8B030D-6E8A-4147-A177-3AD203B41FA5}">
                      <a16:colId xmlns:a16="http://schemas.microsoft.com/office/drawing/2014/main" val="269659866"/>
                    </a:ext>
                  </a:extLst>
                </a:gridCol>
                <a:gridCol w="2471738">
                  <a:extLst>
                    <a:ext uri="{9D8B030D-6E8A-4147-A177-3AD203B41FA5}">
                      <a16:colId xmlns:a16="http://schemas.microsoft.com/office/drawing/2014/main" val="4067330857"/>
                    </a:ext>
                  </a:extLst>
                </a:gridCol>
                <a:gridCol w="2471738">
                  <a:extLst>
                    <a:ext uri="{9D8B030D-6E8A-4147-A177-3AD203B41FA5}">
                      <a16:colId xmlns:a16="http://schemas.microsoft.com/office/drawing/2014/main" val="648797227"/>
                    </a:ext>
                  </a:extLst>
                </a:gridCol>
                <a:gridCol w="2471738">
                  <a:extLst>
                    <a:ext uri="{9D8B030D-6E8A-4147-A177-3AD203B41FA5}">
                      <a16:colId xmlns:a16="http://schemas.microsoft.com/office/drawing/2014/main" val="1686764282"/>
                    </a:ext>
                  </a:extLst>
                </a:gridCol>
              </a:tblGrid>
              <a:tr h="707424">
                <a:tc>
                  <a:txBody>
                    <a:bodyPr numCol="1"/>
                    <a:lstStyle/>
                    <a:p>
                      <a:pPr algn="ctr"/>
                      <a:r>
                        <a:rPr altLang="en-IN" b="1" dirty="0" lang="en-IN" sz="2000">
                          <a:solidFill>
                            <a:schemeClr val="bg1"/>
                          </a:solidFill>
                          <a:effectLst/>
                        </a:rPr>
                        <a:t>Grammar Type</a:t>
                      </a:r>
                      <a:endParaRPr altLang="en-IN" b="1" dirty="0" lang="en-IN" sz="2000">
                        <a:solidFill>
                          <a:schemeClr val="bg1"/>
                        </a:solidFill>
                        <a:effectLst/>
                        <a:latin typeface="inherit"/>
                      </a:endParaRP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ctr"/>
                      <a:r>
                        <a:rPr altLang="en-IN" b="1" dirty="0" lang="en-IN" sz="2000">
                          <a:solidFill>
                            <a:schemeClr val="bg1"/>
                          </a:solidFill>
                          <a:effectLst/>
                        </a:rPr>
                        <a:t>Grammar Accepted</a:t>
                      </a:r>
                      <a:endParaRPr altLang="en-IN" b="1" dirty="0" lang="en-IN" sz="2000">
                        <a:solidFill>
                          <a:schemeClr val="bg1"/>
                        </a:solidFill>
                        <a:effectLst/>
                        <a:latin typeface="inherit"/>
                      </a:endParaRP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ctr"/>
                      <a:r>
                        <a:rPr altLang="en-IN" b="1" dirty="0" lang="en-IN" sz="2000">
                          <a:solidFill>
                            <a:schemeClr val="bg1"/>
                          </a:solidFill>
                          <a:effectLst/>
                        </a:rPr>
                        <a:t>Language Accepted</a:t>
                      </a:r>
                      <a:endParaRPr altLang="en-IN" b="1" dirty="0" lang="en-IN" sz="2000">
                        <a:solidFill>
                          <a:schemeClr val="bg1"/>
                        </a:solidFill>
                        <a:effectLst/>
                        <a:latin typeface="inherit"/>
                      </a:endParaRP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ctr"/>
                      <a:r>
                        <a:rPr altLang="en-IN" b="1" dirty="0" lang="en-IN" sz="2000">
                          <a:solidFill>
                            <a:schemeClr val="bg1"/>
                          </a:solidFill>
                          <a:effectLst/>
                        </a:rPr>
                        <a:t>Automaton</a:t>
                      </a:r>
                      <a:endParaRPr altLang="en-IN" b="1" dirty="0" lang="en-IN" sz="2000">
                        <a:solidFill>
                          <a:schemeClr val="bg1"/>
                        </a:solidFill>
                        <a:effectLst/>
                        <a:latin typeface="inherit"/>
                      </a:endParaRP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extLst>
                  <a:ext uri="{0D108BD9-81ED-4DB2-BD59-A6C34878D82A}">
                    <a16:rowId xmlns:a16="http://schemas.microsoft.com/office/drawing/2014/main" val="1085848415"/>
                  </a:ext>
                </a:extLst>
              </a:tr>
              <a:tr h="1031160">
                <a:tc>
                  <a:txBody>
                    <a:bodyPr numCol="1"/>
                    <a:lstStyle/>
                    <a:p>
                      <a:pPr algn="ctr"/>
                      <a:r>
                        <a:rPr altLang="en-IN" lang="en-IN" sz="2000">
                          <a:effectLst/>
                        </a:rPr>
                        <a:t>Type 0</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dirty="0" lang="en-IN" sz="2000">
                          <a:effectLst/>
                        </a:rPr>
                        <a:t>Unrestricted grammar</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dirty="0" lang="en-IN" sz="2000">
                          <a:effectLst/>
                        </a:rPr>
                        <a:t>Recursively enumerable language</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lang="en-IN" sz="2000">
                          <a:effectLst/>
                        </a:rPr>
                        <a:t>Turing Machine</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extLst>
                  <a:ext uri="{0D108BD9-81ED-4DB2-BD59-A6C34878D82A}">
                    <a16:rowId xmlns:a16="http://schemas.microsoft.com/office/drawing/2014/main" val="1666248420"/>
                  </a:ext>
                </a:extLst>
              </a:tr>
              <a:tr h="869292">
                <a:tc>
                  <a:txBody>
                    <a:bodyPr numCol="1"/>
                    <a:lstStyle/>
                    <a:p>
                      <a:pPr algn="ctr"/>
                      <a:r>
                        <a:rPr altLang="en-IN" lang="en-IN" sz="2000">
                          <a:effectLst/>
                        </a:rPr>
                        <a:t>Type 1</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lang="en-IN" sz="2000">
                          <a:effectLst/>
                        </a:rPr>
                        <a:t>Context-sensitive grammar</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dirty="0" lang="en-IN" sz="2000">
                          <a:effectLst/>
                        </a:rPr>
                        <a:t>Context-sensitive language</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dirty="0" lang="en-IN" sz="2000">
                          <a:effectLst/>
                        </a:rPr>
                        <a:t>Linear-bounded automaton</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extLst>
                  <a:ext uri="{0D108BD9-81ED-4DB2-BD59-A6C34878D82A}">
                    <a16:rowId xmlns:a16="http://schemas.microsoft.com/office/drawing/2014/main" val="335781757"/>
                  </a:ext>
                </a:extLst>
              </a:tr>
              <a:tr h="707424">
                <a:tc>
                  <a:txBody>
                    <a:bodyPr numCol="1"/>
                    <a:lstStyle/>
                    <a:p>
                      <a:pPr algn="ctr"/>
                      <a:r>
                        <a:rPr altLang="en-IN" lang="en-IN" sz="2000">
                          <a:effectLst/>
                        </a:rPr>
                        <a:t>Type 2</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lang="en-IN" sz="2000">
                          <a:effectLst/>
                        </a:rPr>
                        <a:t>Context-free grammar</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lang="en-IN" sz="2000">
                          <a:effectLst/>
                        </a:rPr>
                        <a:t>Context-free language</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dirty="0" lang="en-IN" sz="2000">
                          <a:effectLst/>
                        </a:rPr>
                        <a:t>Pushdown automaton</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extLst>
                  <a:ext uri="{0D108BD9-81ED-4DB2-BD59-A6C34878D82A}">
                    <a16:rowId xmlns:a16="http://schemas.microsoft.com/office/drawing/2014/main" val="2890313966"/>
                  </a:ext>
                </a:extLst>
              </a:tr>
              <a:tr h="707424">
                <a:tc>
                  <a:txBody>
                    <a:bodyPr numCol="1"/>
                    <a:lstStyle/>
                    <a:p>
                      <a:pPr algn="ctr"/>
                      <a:r>
                        <a:rPr altLang="en-IN" lang="en-IN" sz="2000">
                          <a:effectLst/>
                        </a:rPr>
                        <a:t>Type 3</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lang="en-IN" sz="2000">
                          <a:effectLst/>
                        </a:rPr>
                        <a:t>Regular grammar</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lang="en-IN" sz="2000">
                          <a:effectLst/>
                        </a:rPr>
                        <a:t>Regular language</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tc>
                  <a:txBody>
                    <a:bodyPr numCol="1"/>
                    <a:lstStyle/>
                    <a:p>
                      <a:pPr algn="l"/>
                      <a:r>
                        <a:rPr altLang="en-IN" dirty="0" lang="en-IN" sz="2000">
                          <a:effectLst/>
                        </a:rPr>
                        <a:t>Finite state automaton</a:t>
                      </a:r>
                    </a:p>
                  </a:txBody>
                  <a:tcPr anchor="ctr" marB="29976" marL="29976" marR="29976" marT="29976">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tcPr>
                </a:tc>
                <a:extLst>
                  <a:ext uri="{0D108BD9-81ED-4DB2-BD59-A6C34878D82A}">
                    <a16:rowId xmlns:a16="http://schemas.microsoft.com/office/drawing/2014/main" val="499620611"/>
                  </a:ext>
                </a:extLst>
              </a:tr>
            </a:tbl>
          </a:graphicData>
        </a:graphic>
      </p:graphicFrame>
    </p:spTree>
    <p:extLst>
      <p:ext uri="{BB962C8B-B14F-4D97-AF65-F5344CB8AC3E}">
        <p14:creationId xmlns:p14="http://schemas.microsoft.com/office/powerpoint/2010/main" val="1735629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12719-E652-0891-DE0E-B487F4FFE592}"/>
              </a:ext>
            </a:extLst>
          </p:cNvPr>
          <p:cNvSpPr>
            <a:spLocks noGrp="1"/>
          </p:cNvSpPr>
          <p:nvPr>
            <p:ph type="title"/>
          </p:nvPr>
        </p:nvSpPr>
        <p:spPr/>
        <p:txBody>
          <a:bodyPr numCol="1"/>
          <a:lstStyle/>
          <a:p>
            <a:r>
              <a:rPr altLang="en-IN" dirty="0" lang="en-IN"/>
              <a:t>Type 0 Grammars: Unrestricted Grammar</a:t>
            </a:r>
          </a:p>
        </p:txBody>
      </p:sp>
      <p:sp>
        <p:nvSpPr>
          <p:cNvPr id="3" name="Content Placeholder 2">
            <a:extLst>
              <a:ext uri="{FF2B5EF4-FFF2-40B4-BE49-F238E27FC236}">
                <a16:creationId xmlns:a16="http://schemas.microsoft.com/office/drawing/2014/main" id="{994751AE-7BA3-8270-3935-EB01D41F0AB5}"/>
              </a:ext>
            </a:extLst>
          </p:cNvPr>
          <p:cNvSpPr>
            <a:spLocks noGrp="1"/>
          </p:cNvSpPr>
          <p:nvPr>
            <p:ph idx="1"/>
          </p:nvPr>
        </p:nvSpPr>
        <p:spPr>
          <a:xfrm>
            <a:off x="1097280" y="1845734"/>
            <a:ext cx="10058400" cy="1411515"/>
          </a:xfrm>
        </p:spPr>
        <p:txBody>
          <a:bodyPr numCol="1">
            <a:normAutofit/>
          </a:bodyPr>
          <a:lstStyle/>
          <a:p>
            <a:pPr>
              <a:buFont charset="0" panose="020B0604020202020204" pitchFamily="34" typeface="Arial"/>
              <a:buChar char="•"/>
            </a:pPr>
            <a:r>
              <a:rPr altLang="en-IN" dirty="0" lang="en-IN"/>
              <a:t>Type-0 grammars include all formal grammar. </a:t>
            </a:r>
          </a:p>
          <a:p>
            <a:pPr>
              <a:buFont charset="0" panose="020B0604020202020204" pitchFamily="34" typeface="Arial"/>
              <a:buChar char="•"/>
            </a:pPr>
            <a:r>
              <a:rPr altLang="en-IN" dirty="0" lang="en-IN"/>
              <a:t>Type 0 grammar languages are recognized by </a:t>
            </a:r>
            <a:r>
              <a:rPr altLang="en-IN" dirty="0" lang="en-IN" u="sng"/>
              <a:t>Turing machine</a:t>
            </a:r>
            <a:r>
              <a:rPr altLang="en-IN" dirty="0" lang="en-IN"/>
              <a:t>. </a:t>
            </a:r>
          </a:p>
          <a:p>
            <a:pPr>
              <a:buFont charset="0" panose="020B0604020202020204" pitchFamily="34" typeface="Arial"/>
              <a:buChar char="•"/>
            </a:pPr>
            <a:r>
              <a:rPr altLang="en-IN" dirty="0" lang="en-IN"/>
              <a:t>These languages are also known as the </a:t>
            </a:r>
            <a:r>
              <a:rPr altLang="en-IN" dirty="0" lang="en-IN" u="sng"/>
              <a:t>Recursively Enumerable languages</a:t>
            </a:r>
            <a:r>
              <a:rPr altLang="en-IN" dirty="0" lang="en-IN"/>
              <a:t>. </a:t>
            </a:r>
          </a:p>
        </p:txBody>
      </p:sp>
      <p:sp>
        <p:nvSpPr>
          <p:cNvPr id="5" name="TextBox 4">
            <a:extLst>
              <a:ext uri="{FF2B5EF4-FFF2-40B4-BE49-F238E27FC236}">
                <a16:creationId xmlns:a16="http://schemas.microsoft.com/office/drawing/2014/main" id="{0DA4673B-3108-E2CB-324C-0319873F2117}"/>
              </a:ext>
            </a:extLst>
          </p:cNvPr>
          <p:cNvSpPr txBox="1"/>
          <p:nvPr/>
        </p:nvSpPr>
        <p:spPr>
          <a:xfrm>
            <a:off x="1097280" y="3173161"/>
            <a:ext cx="6097904" cy="1631216"/>
          </a:xfrm>
          <a:prstGeom prst="rect">
            <a:avLst/>
          </a:prstGeom>
          <a:noFill/>
        </p:spPr>
        <p:txBody>
          <a:bodyPr numCol="1" wrap="square">
            <a:spAutoFit/>
          </a:bodyPr>
          <a:lstStyle/>
          <a:p>
            <a:r>
              <a:rPr altLang="en-IN" dirty="0" lang="en-IN" sz="2000">
                <a:solidFill>
                  <a:schemeClr val="tx1">
                    <a:lumMod val="75000"/>
                    <a:lumOff val="25000"/>
                  </a:schemeClr>
                </a:solidFill>
              </a:rPr>
              <a:t>Grammar Production in the form of   </a:t>
            </a:r>
            <a:r>
              <a:rPr altLang="el-GR" dirty="0" lang="el-GR" sz="2000">
                <a:solidFill>
                  <a:schemeClr val="tx1">
                    <a:lumMod val="75000"/>
                    <a:lumOff val="25000"/>
                  </a:schemeClr>
                </a:solidFill>
              </a:rPr>
              <a:t>α</a:t>
            </a:r>
            <a:r>
              <a:rPr altLang="en-IN" dirty="0" lang="en-IN" sz="2000">
                <a:solidFill>
                  <a:schemeClr val="tx1">
                    <a:lumMod val="75000"/>
                    <a:lumOff val="25000"/>
                  </a:schemeClr>
                </a:solidFill>
              </a:rPr>
              <a:t> </a:t>
            </a:r>
            <a:r>
              <a:rPr altLang="el-GR" dirty="0" lang="el-GR" sz="2000">
                <a:solidFill>
                  <a:schemeClr val="tx1">
                    <a:lumMod val="75000"/>
                    <a:lumOff val="25000"/>
                  </a:schemeClr>
                </a:solidFill>
              </a:rPr>
              <a:t>→</a:t>
            </a:r>
            <a:r>
              <a:rPr altLang="en-IN" dirty="0" lang="en-IN" sz="2000">
                <a:solidFill>
                  <a:schemeClr val="tx1">
                    <a:lumMod val="75000"/>
                    <a:lumOff val="25000"/>
                  </a:schemeClr>
                </a:solidFill>
              </a:rPr>
              <a:t> </a:t>
            </a:r>
            <a:r>
              <a:rPr altLang="el-GR" dirty="0" lang="el-GR" sz="2000">
                <a:solidFill>
                  <a:schemeClr val="tx1">
                    <a:lumMod val="75000"/>
                    <a:lumOff val="25000"/>
                  </a:schemeClr>
                </a:solidFill>
              </a:rPr>
              <a:t>β</a:t>
            </a:r>
            <a:r>
              <a:rPr altLang="en-IN" dirty="0" lang="en-IN" sz="2000">
                <a:solidFill>
                  <a:schemeClr val="tx1">
                    <a:lumMod val="75000"/>
                    <a:lumOff val="25000"/>
                  </a:schemeClr>
                </a:solidFill>
              </a:rPr>
              <a:t> where </a:t>
            </a:r>
          </a:p>
          <a:p>
            <a:r>
              <a:rPr altLang="el-GR" dirty="0" lang="el-GR" sz="2000">
                <a:solidFill>
                  <a:schemeClr val="tx1">
                    <a:lumMod val="75000"/>
                    <a:lumOff val="25000"/>
                  </a:schemeClr>
                </a:solidFill>
              </a:rPr>
              <a:t>α </a:t>
            </a:r>
            <a:r>
              <a:rPr altLang="en-IN" dirty="0" lang="en-IN" sz="2000">
                <a:solidFill>
                  <a:schemeClr val="tx1">
                    <a:lumMod val="75000"/>
                    <a:lumOff val="25000"/>
                  </a:schemeClr>
                </a:solidFill>
              </a:rPr>
              <a:t>is ( V + T)* V ( V + T)* </a:t>
            </a:r>
          </a:p>
          <a:p>
            <a:r>
              <a:rPr altLang="en-IN" dirty="0" lang="en-IN" sz="2000">
                <a:solidFill>
                  <a:schemeClr val="tx1">
                    <a:lumMod val="75000"/>
                    <a:lumOff val="25000"/>
                  </a:schemeClr>
                </a:solidFill>
              </a:rPr>
              <a:t>V : Variables </a:t>
            </a:r>
          </a:p>
          <a:p>
            <a:r>
              <a:rPr altLang="en-IN" dirty="0" lang="en-IN" sz="2000">
                <a:solidFill>
                  <a:schemeClr val="tx1">
                    <a:lumMod val="75000"/>
                    <a:lumOff val="25000"/>
                  </a:schemeClr>
                </a:solidFill>
              </a:rPr>
              <a:t>T : Terminals. </a:t>
            </a:r>
          </a:p>
          <a:p>
            <a:r>
              <a:rPr altLang="el-GR" dirty="0" lang="el-GR" sz="2000">
                <a:solidFill>
                  <a:schemeClr val="tx1">
                    <a:lumMod val="75000"/>
                    <a:lumOff val="25000"/>
                  </a:schemeClr>
                </a:solidFill>
              </a:rPr>
              <a:t>β </a:t>
            </a:r>
            <a:r>
              <a:rPr altLang="en-IN" dirty="0" lang="en-IN" sz="2000">
                <a:solidFill>
                  <a:schemeClr val="tx1">
                    <a:lumMod val="75000"/>
                    <a:lumOff val="25000"/>
                  </a:schemeClr>
                </a:solidFill>
              </a:rPr>
              <a:t>is ( V + T )*</a:t>
            </a:r>
          </a:p>
        </p:txBody>
      </p:sp>
      <p:sp>
        <p:nvSpPr>
          <p:cNvPr id="7" name="TextBox 6">
            <a:extLst>
              <a:ext uri="{FF2B5EF4-FFF2-40B4-BE49-F238E27FC236}">
                <a16:creationId xmlns:a16="http://schemas.microsoft.com/office/drawing/2014/main" id="{AA7EFA35-0CC3-852C-FDF9-48A1326F0188}"/>
              </a:ext>
            </a:extLst>
          </p:cNvPr>
          <p:cNvSpPr txBox="1"/>
          <p:nvPr/>
        </p:nvSpPr>
        <p:spPr>
          <a:xfrm>
            <a:off x="1097280" y="4931475"/>
            <a:ext cx="6097904" cy="1323439"/>
          </a:xfrm>
          <a:prstGeom prst="rect">
            <a:avLst/>
          </a:prstGeom>
          <a:noFill/>
        </p:spPr>
        <p:txBody>
          <a:bodyPr numCol="1" wrap="square">
            <a:spAutoFit/>
          </a:bodyPr>
          <a:lstStyle/>
          <a:p>
            <a:r>
              <a:rPr dirty="0" lang="en-US" sz="2000">
                <a:solidFill>
                  <a:schemeClr val="tx1">
                    <a:lumMod val="75000"/>
                    <a:lumOff val="25000"/>
                  </a:schemeClr>
                </a:solidFill>
              </a:rPr>
              <a:t>For example: </a:t>
            </a:r>
          </a:p>
          <a:p>
            <a:r>
              <a:rPr dirty="0" lang="en-US" sz="2000">
                <a:solidFill>
                  <a:schemeClr val="tx1">
                    <a:lumMod val="75000"/>
                    <a:lumOff val="25000"/>
                  </a:schemeClr>
                </a:solidFill>
              </a:rPr>
              <a:t>Sab --&gt; </a:t>
            </a:r>
            <a:r>
              <a:rPr dirty="0" err="1" lang="en-US" sz="2000">
                <a:solidFill>
                  <a:schemeClr val="tx1">
                    <a:lumMod val="75000"/>
                    <a:lumOff val="25000"/>
                  </a:schemeClr>
                </a:solidFill>
              </a:rPr>
              <a:t>ba</a:t>
            </a:r>
            <a:r>
              <a:rPr dirty="0" lang="en-US" sz="2000">
                <a:solidFill>
                  <a:schemeClr val="tx1">
                    <a:lumMod val="75000"/>
                    <a:lumOff val="25000"/>
                  </a:schemeClr>
                </a:solidFill>
              </a:rPr>
              <a:t> </a:t>
            </a:r>
          </a:p>
          <a:p>
            <a:r>
              <a:rPr dirty="0" lang="en-US" sz="2000">
                <a:solidFill>
                  <a:schemeClr val="tx1">
                    <a:lumMod val="75000"/>
                    <a:lumOff val="25000"/>
                  </a:schemeClr>
                </a:solidFill>
              </a:rPr>
              <a:t>A --&gt; S</a:t>
            </a:r>
          </a:p>
          <a:p>
            <a:r>
              <a:rPr dirty="0" lang="en-US" sz="2000">
                <a:solidFill>
                  <a:schemeClr val="tx1">
                    <a:lumMod val="75000"/>
                    <a:lumOff val="25000"/>
                  </a:schemeClr>
                </a:solidFill>
              </a:rPr>
              <a:t>Here, Variables are S, A, and Terminals a, b. </a:t>
            </a:r>
            <a:endParaRPr altLang="en-IN" dirty="0" lang="en-IN" sz="2000">
              <a:solidFill>
                <a:schemeClr val="tx1">
                  <a:lumMod val="75000"/>
                  <a:lumOff val="25000"/>
                </a:schemeClr>
              </a:solidFill>
            </a:endParaRPr>
          </a:p>
        </p:txBody>
      </p:sp>
    </p:spTree>
    <p:extLst>
      <p:ext uri="{BB962C8B-B14F-4D97-AF65-F5344CB8AC3E}">
        <p14:creationId xmlns:p14="http://schemas.microsoft.com/office/powerpoint/2010/main" val="14793576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5"/>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1" presetSubtype="0">
                                  <p:stCondLst>
                                    <p:cond delay="0"/>
                                  </p:stCondLst>
                                  <p:childTnLst>
                                    <p:set>
                                      <p:cBhvr>
                                        <p:cTn dur="1" fill="hold" id="22">
                                          <p:stCondLst>
                                            <p:cond delay="0"/>
                                          </p:stCondLst>
                                        </p:cTn>
                                        <p:tgtEl>
                                          <p:spTgt spid="7"/>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P grpId="0" spid="5"/>
      <p:bldP grpId="0" spid="7"/>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10B04-5754-6610-CD66-CB981BFBE80A}"/>
              </a:ext>
            </a:extLst>
          </p:cNvPr>
          <p:cNvSpPr>
            <a:spLocks noGrp="1"/>
          </p:cNvSpPr>
          <p:nvPr>
            <p:ph type="title"/>
          </p:nvPr>
        </p:nvSpPr>
        <p:spPr/>
        <p:txBody>
          <a:bodyPr numCol="1">
            <a:normAutofit/>
          </a:bodyPr>
          <a:lstStyle/>
          <a:p>
            <a:r>
              <a:rPr altLang="en-IN" dirty="0" lang="en-IN" sz="4000"/>
              <a:t>Type 1 Grammar: Context-Sensitive Grammar</a:t>
            </a:r>
          </a:p>
        </p:txBody>
      </p:sp>
      <p:sp>
        <p:nvSpPr>
          <p:cNvPr id="3" name="Content Placeholder 2">
            <a:extLst>
              <a:ext uri="{FF2B5EF4-FFF2-40B4-BE49-F238E27FC236}">
                <a16:creationId xmlns:a16="http://schemas.microsoft.com/office/drawing/2014/main" id="{3C41831E-B150-DA86-8562-C36022C37022}"/>
              </a:ext>
            </a:extLst>
          </p:cNvPr>
          <p:cNvSpPr>
            <a:spLocks noGrp="1"/>
          </p:cNvSpPr>
          <p:nvPr>
            <p:ph idx="1"/>
          </p:nvPr>
        </p:nvSpPr>
        <p:spPr>
          <a:xfrm>
            <a:off x="1097280" y="1845734"/>
            <a:ext cx="10058400" cy="3039162"/>
          </a:xfrm>
        </p:spPr>
        <p:txBody>
          <a:bodyPr numCol="1">
            <a:normAutofit fontScale="92500" lnSpcReduction="10000"/>
          </a:bodyPr>
          <a:lstStyle/>
          <a:p>
            <a:pPr>
              <a:buFont charset="0" panose="020B0604020202020204" pitchFamily="34" typeface="Arial"/>
              <a:buChar char="•"/>
            </a:pPr>
            <a:r>
              <a:rPr dirty="0" lang="en-US"/>
              <a:t>Type-1 grammars generate </a:t>
            </a:r>
            <a:r>
              <a:rPr dirty="0" lang="en-US" u="sng"/>
              <a:t>context-sensitive languages</a:t>
            </a:r>
            <a:r>
              <a:rPr dirty="0" lang="en-US"/>
              <a:t>. </a:t>
            </a:r>
          </a:p>
          <a:p>
            <a:pPr>
              <a:buFont charset="0" panose="020B0604020202020204" pitchFamily="34" typeface="Arial"/>
              <a:buChar char="•"/>
            </a:pPr>
            <a:r>
              <a:rPr dirty="0" lang="en-US"/>
              <a:t>The language generated by the grammar is recognized by the </a:t>
            </a:r>
            <a:r>
              <a:rPr dirty="0" lang="en-US" u="sng"/>
              <a:t>Linear Bound Automata</a:t>
            </a:r>
            <a:r>
              <a:rPr altLang="hi-IN" dirty="0" lang="hi-IN" u="sng"/>
              <a:t>.</a:t>
            </a:r>
            <a:r>
              <a:rPr dirty="0" lang="en-US" u="sng"/>
              <a:t> </a:t>
            </a:r>
          </a:p>
          <a:p>
            <a:pPr>
              <a:buFont charset="0" panose="020B0604020202020204" pitchFamily="34" typeface="Arial"/>
              <a:buChar char="•"/>
            </a:pPr>
            <a:r>
              <a:rPr dirty="0" lang="en-US"/>
              <a:t>First of all, Type 1 grammar should be Type 0. </a:t>
            </a:r>
          </a:p>
          <a:p>
            <a:pPr>
              <a:buFont charset="0" panose="020B0604020202020204" pitchFamily="34" typeface="Arial"/>
              <a:buChar char="•"/>
            </a:pPr>
            <a:r>
              <a:rPr dirty="0" lang="en-US"/>
              <a:t>These grammars have rules of the form αAβ → αγβ with A is a non-terminal and α, β and γ strings of terminals and non-terminals.</a:t>
            </a:r>
          </a:p>
          <a:p>
            <a:pPr>
              <a:buFont charset="0" panose="020B0604020202020204" pitchFamily="34" typeface="Arial"/>
              <a:buChar char="•"/>
            </a:pPr>
            <a:r>
              <a:rPr dirty="0" lang="en-US"/>
              <a:t>Here length of  LHS of production &lt;= length of RHS of production</a:t>
            </a:r>
          </a:p>
          <a:p>
            <a:pPr>
              <a:buFont charset="0" panose="020B0604020202020204" pitchFamily="34" typeface="Arial"/>
              <a:buChar char="•"/>
            </a:pPr>
            <a:r>
              <a:rPr dirty="0" lang="en-US"/>
              <a:t>The strings α and β may be empty, but γ must be non-empty.</a:t>
            </a:r>
          </a:p>
          <a:p>
            <a:pPr>
              <a:buFont charset="0" panose="020B0604020202020204" pitchFamily="34" typeface="Arial"/>
              <a:buChar char="•"/>
            </a:pPr>
            <a:r>
              <a:rPr dirty="0" lang="en-US"/>
              <a:t>The rule S →</a:t>
            </a:r>
            <a:r>
              <a:rPr altLang="el-GR" dirty="0" lang="el-GR"/>
              <a:t>ε</a:t>
            </a:r>
            <a:r>
              <a:rPr dirty="0" lang="en-US"/>
              <a:t>  is allowed if S does not appear on the right-side of any rule.</a:t>
            </a:r>
          </a:p>
        </p:txBody>
      </p:sp>
      <p:sp>
        <p:nvSpPr>
          <p:cNvPr id="8" name="TextBox 7">
            <a:extLst>
              <a:ext uri="{FF2B5EF4-FFF2-40B4-BE49-F238E27FC236}">
                <a16:creationId xmlns:a16="http://schemas.microsoft.com/office/drawing/2014/main" id="{E0437D08-4545-A784-A3DF-176E4FBA2611}"/>
              </a:ext>
            </a:extLst>
          </p:cNvPr>
          <p:cNvSpPr txBox="1"/>
          <p:nvPr/>
        </p:nvSpPr>
        <p:spPr>
          <a:xfrm>
            <a:off x="1097280" y="4884896"/>
            <a:ext cx="6097904" cy="1323439"/>
          </a:xfrm>
          <a:prstGeom prst="rect">
            <a:avLst/>
          </a:prstGeom>
          <a:noFill/>
        </p:spPr>
        <p:txBody>
          <a:bodyPr numCol="1" wrap="square">
            <a:spAutoFit/>
          </a:bodyPr>
          <a:lstStyle/>
          <a:p>
            <a:r>
              <a:rPr dirty="0" lang="en-US" sz="2000">
                <a:solidFill>
                  <a:schemeClr val="tx1">
                    <a:lumMod val="75000"/>
                    <a:lumOff val="25000"/>
                  </a:schemeClr>
                </a:solidFill>
              </a:rPr>
              <a:t>For Example:</a:t>
            </a:r>
          </a:p>
          <a:p>
            <a:r>
              <a:rPr dirty="0" lang="en-US" sz="2000">
                <a:solidFill>
                  <a:schemeClr val="tx1">
                    <a:lumMod val="75000"/>
                    <a:lumOff val="25000"/>
                  </a:schemeClr>
                </a:solidFill>
              </a:rPr>
              <a:t>S --&gt; AB</a:t>
            </a:r>
          </a:p>
          <a:p>
            <a:r>
              <a:rPr dirty="0" lang="en-US" sz="2000">
                <a:solidFill>
                  <a:schemeClr val="tx1">
                    <a:lumMod val="75000"/>
                    <a:lumOff val="25000"/>
                  </a:schemeClr>
                </a:solidFill>
              </a:rPr>
              <a:t>AB --&gt; </a:t>
            </a:r>
            <a:r>
              <a:rPr dirty="0" err="1" lang="en-US" sz="2000">
                <a:solidFill>
                  <a:schemeClr val="tx1">
                    <a:lumMod val="75000"/>
                    <a:lumOff val="25000"/>
                  </a:schemeClr>
                </a:solidFill>
              </a:rPr>
              <a:t>abc</a:t>
            </a:r>
            <a:r>
              <a:rPr dirty="0" lang="en-US" sz="2000">
                <a:solidFill>
                  <a:schemeClr val="tx1">
                    <a:lumMod val="75000"/>
                    <a:lumOff val="25000"/>
                  </a:schemeClr>
                </a:solidFill>
              </a:rPr>
              <a:t> </a:t>
            </a:r>
          </a:p>
          <a:p>
            <a:r>
              <a:rPr dirty="0" lang="en-US" sz="2000">
                <a:solidFill>
                  <a:schemeClr val="tx1">
                    <a:lumMod val="75000"/>
                    <a:lumOff val="25000"/>
                  </a:schemeClr>
                </a:solidFill>
              </a:rPr>
              <a:t>B --&gt; b </a:t>
            </a:r>
            <a:endParaRPr altLang="en-IN" dirty="0" lang="en-IN" sz="2000">
              <a:solidFill>
                <a:schemeClr val="tx1">
                  <a:lumMod val="75000"/>
                  <a:lumOff val="25000"/>
                </a:schemeClr>
              </a:solidFill>
            </a:endParaRPr>
          </a:p>
        </p:txBody>
      </p:sp>
    </p:spTree>
    <p:extLst>
      <p:ext uri="{BB962C8B-B14F-4D97-AF65-F5344CB8AC3E}">
        <p14:creationId xmlns:p14="http://schemas.microsoft.com/office/powerpoint/2010/main" val="340894218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1" presetSubtype="0">
                                  <p:stCondLst>
                                    <p:cond delay="0"/>
                                  </p:stCondLst>
                                  <p:childTnLst>
                                    <p:set>
                                      <p:cBhvr>
                                        <p:cTn dur="1" fill="hold" id="22">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1" presetSubtype="0">
                                  <p:stCondLst>
                                    <p:cond delay="0"/>
                                  </p:stCondLst>
                                  <p:childTnLst>
                                    <p:set>
                                      <p:cBhvr>
                                        <p:cTn dur="1" fill="hold" id="26">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1" presetSubtype="0">
                                  <p:stCondLst>
                                    <p:cond delay="0"/>
                                  </p:stCondLst>
                                  <p:childTnLst>
                                    <p:set>
                                      <p:cBhvr>
                                        <p:cTn dur="1" fill="hold" id="30">
                                          <p:stCondLst>
                                            <p:cond delay="0"/>
                                          </p:stCondLst>
                                        </p:cTn>
                                        <p:tgtEl>
                                          <p:spTgt spid="3">
                                            <p:txEl>
                                              <p:pRg end="6" st="6"/>
                                            </p:txEl>
                                          </p:spTgt>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grpId="0" id="33" nodeType="clickEffect" presetClass="entr" presetID="1" presetSubtype="0">
                                  <p:stCondLst>
                                    <p:cond delay="0"/>
                                  </p:stCondLst>
                                  <p:childTnLst>
                                    <p:set>
                                      <p:cBhvr>
                                        <p:cTn dur="1" fill="hold" id="34">
                                          <p:stCondLst>
                                            <p:cond delay="0"/>
                                          </p:stCondLst>
                                        </p:cTn>
                                        <p:tgtEl>
                                          <p:spTgt spid="8"/>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P grpId="0" spid="8"/>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8777E-D0B6-A418-2E5E-0D5943A9F906}"/>
              </a:ext>
            </a:extLst>
          </p:cNvPr>
          <p:cNvSpPr>
            <a:spLocks noGrp="1"/>
          </p:cNvSpPr>
          <p:nvPr>
            <p:ph type="title"/>
          </p:nvPr>
        </p:nvSpPr>
        <p:spPr/>
        <p:txBody>
          <a:bodyPr numCol="1"/>
          <a:lstStyle/>
          <a:p>
            <a:r>
              <a:rPr altLang="en-IN" dirty="0" lang="en-IN"/>
              <a:t>Type 2 Grammar: Context-Free Grammar</a:t>
            </a:r>
          </a:p>
        </p:txBody>
      </p:sp>
      <p:sp>
        <p:nvSpPr>
          <p:cNvPr id="3" name="Content Placeholder 2">
            <a:extLst>
              <a:ext uri="{FF2B5EF4-FFF2-40B4-BE49-F238E27FC236}">
                <a16:creationId xmlns:a16="http://schemas.microsoft.com/office/drawing/2014/main" id="{1B459C18-1FCC-ED86-0C4E-95B3D10FC35A}"/>
              </a:ext>
            </a:extLst>
          </p:cNvPr>
          <p:cNvSpPr>
            <a:spLocks noGrp="1"/>
          </p:cNvSpPr>
          <p:nvPr>
            <p:ph idx="1"/>
          </p:nvPr>
        </p:nvSpPr>
        <p:spPr>
          <a:xfrm>
            <a:off x="1097280" y="1845734"/>
            <a:ext cx="10058400" cy="2371936"/>
          </a:xfrm>
        </p:spPr>
        <p:txBody>
          <a:bodyPr numCol="1">
            <a:normAutofit/>
          </a:bodyPr>
          <a:lstStyle/>
          <a:p>
            <a:pPr>
              <a:buFont charset="0" panose="020B0604020202020204" pitchFamily="34" typeface="Arial"/>
              <a:buChar char="•"/>
            </a:pPr>
            <a:r>
              <a:rPr dirty="0" lang="en-US"/>
              <a:t>Type-2 grammars generate </a:t>
            </a:r>
            <a:r>
              <a:rPr dirty="0" lang="en-US" u="sng"/>
              <a:t>context-free languages</a:t>
            </a:r>
            <a:r>
              <a:rPr dirty="0" lang="en-US"/>
              <a:t>. </a:t>
            </a:r>
          </a:p>
          <a:p>
            <a:pPr>
              <a:buFont charset="0" panose="020B0604020202020204" pitchFamily="34" typeface="Arial"/>
              <a:buChar char="•"/>
            </a:pPr>
            <a:r>
              <a:rPr dirty="0" lang="en-US"/>
              <a:t>The language generated by the grammar is recognized by a </a:t>
            </a:r>
            <a:r>
              <a:rPr dirty="0" lang="en-US" u="sng"/>
              <a:t>Pushdown automata</a:t>
            </a:r>
            <a:r>
              <a:rPr dirty="0" lang="en-US"/>
              <a:t>.</a:t>
            </a:r>
          </a:p>
          <a:p>
            <a:pPr>
              <a:buFont charset="0" panose="020B0604020202020204" pitchFamily="34" typeface="Arial"/>
              <a:buChar char="•"/>
            </a:pPr>
            <a:r>
              <a:rPr dirty="0" lang="en-US"/>
              <a:t>First of all, it should be Type 1. </a:t>
            </a:r>
          </a:p>
          <a:p>
            <a:pPr>
              <a:buFont charset="0" panose="020B0604020202020204" pitchFamily="34" typeface="Arial"/>
              <a:buChar char="•"/>
            </a:pPr>
            <a:r>
              <a:rPr dirty="0" lang="en-US"/>
              <a:t>The left-hand side of production can have only one variable and there is no restriction on β  .</a:t>
            </a:r>
          </a:p>
          <a:p>
            <a:pPr>
              <a:buFont charset="0" panose="020B0604020202020204" pitchFamily="34" typeface="Arial"/>
              <a:buChar char="•"/>
            </a:pPr>
            <a:r>
              <a:rPr dirty="0" lang="en-US"/>
              <a:t>The productions must be in the form A → γ where A ∈ N (Nonterminal) and γ ∈ (T∪N)*.</a:t>
            </a:r>
            <a:endParaRPr altLang="en-IN" dirty="0" lang="en-IN"/>
          </a:p>
        </p:txBody>
      </p:sp>
      <p:sp>
        <p:nvSpPr>
          <p:cNvPr id="6" name="TextBox 5">
            <a:extLst>
              <a:ext uri="{FF2B5EF4-FFF2-40B4-BE49-F238E27FC236}">
                <a16:creationId xmlns:a16="http://schemas.microsoft.com/office/drawing/2014/main" id="{1FEC688F-E2D6-BC1F-4E37-ACE58EF86E65}"/>
              </a:ext>
            </a:extLst>
          </p:cNvPr>
          <p:cNvSpPr txBox="1"/>
          <p:nvPr/>
        </p:nvSpPr>
        <p:spPr>
          <a:xfrm>
            <a:off x="1097280" y="4463204"/>
            <a:ext cx="6097904" cy="1323439"/>
          </a:xfrm>
          <a:prstGeom prst="rect">
            <a:avLst/>
          </a:prstGeom>
          <a:noFill/>
        </p:spPr>
        <p:txBody>
          <a:bodyPr numCol="1" wrap="square">
            <a:spAutoFit/>
          </a:bodyPr>
          <a:lstStyle/>
          <a:p>
            <a:r>
              <a:rPr dirty="0" lang="en-US" sz="2000">
                <a:solidFill>
                  <a:schemeClr val="tx1">
                    <a:lumMod val="75000"/>
                    <a:lumOff val="25000"/>
                  </a:schemeClr>
                </a:solidFill>
              </a:rPr>
              <a:t>For example:</a:t>
            </a:r>
          </a:p>
          <a:p>
            <a:r>
              <a:rPr dirty="0" lang="en-US" sz="2000">
                <a:solidFill>
                  <a:schemeClr val="tx1">
                    <a:lumMod val="75000"/>
                    <a:lumOff val="25000"/>
                  </a:schemeClr>
                </a:solidFill>
              </a:rPr>
              <a:t>S --&gt; AB </a:t>
            </a:r>
          </a:p>
          <a:p>
            <a:r>
              <a:rPr dirty="0" lang="en-US" sz="2000">
                <a:solidFill>
                  <a:schemeClr val="tx1">
                    <a:lumMod val="75000"/>
                    <a:lumOff val="25000"/>
                  </a:schemeClr>
                </a:solidFill>
              </a:rPr>
              <a:t>A --&gt; a </a:t>
            </a:r>
          </a:p>
          <a:p>
            <a:r>
              <a:rPr dirty="0" lang="en-US" sz="2000">
                <a:solidFill>
                  <a:schemeClr val="tx1">
                    <a:lumMod val="75000"/>
                    <a:lumOff val="25000"/>
                  </a:schemeClr>
                </a:solidFill>
              </a:rPr>
              <a:t>B --&gt; b </a:t>
            </a:r>
            <a:endParaRPr altLang="en-IN" dirty="0" lang="en-IN" sz="2000">
              <a:solidFill>
                <a:schemeClr val="tx1">
                  <a:lumMod val="75000"/>
                  <a:lumOff val="25000"/>
                </a:schemeClr>
              </a:solidFill>
            </a:endParaRPr>
          </a:p>
        </p:txBody>
      </p:sp>
    </p:spTree>
    <p:extLst>
      <p:ext uri="{BB962C8B-B14F-4D97-AF65-F5344CB8AC3E}">
        <p14:creationId xmlns:p14="http://schemas.microsoft.com/office/powerpoint/2010/main" val="365978422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1" presetSubtype="0">
                                  <p:stCondLst>
                                    <p:cond delay="0"/>
                                  </p:stCondLst>
                                  <p:childTnLst>
                                    <p:set>
                                      <p:cBhvr>
                                        <p:cTn dur="1" fill="hold" id="22">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1" presetSubtype="0">
                                  <p:stCondLst>
                                    <p:cond delay="0"/>
                                  </p:stCondLst>
                                  <p:childTnLst>
                                    <p:set>
                                      <p:cBhvr>
                                        <p:cTn dur="1" fill="hold" id="26">
                                          <p:stCondLst>
                                            <p:cond delay="0"/>
                                          </p:stCondLst>
                                        </p:cTn>
                                        <p:tgtEl>
                                          <p:spTgt spid="6"/>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P grpId="0" spid="6"/>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822A2-E9A4-8071-5752-89D02599AE7A}"/>
              </a:ext>
            </a:extLst>
          </p:cNvPr>
          <p:cNvSpPr>
            <a:spLocks noGrp="1"/>
          </p:cNvSpPr>
          <p:nvPr>
            <p:ph type="title"/>
          </p:nvPr>
        </p:nvSpPr>
        <p:spPr/>
        <p:txBody>
          <a:bodyPr numCol="1"/>
          <a:lstStyle/>
          <a:p>
            <a:r>
              <a:rPr altLang="en-IN" dirty="0" lang="en-IN"/>
              <a:t>Type 3 Grammar: Regular Grammar</a:t>
            </a:r>
          </a:p>
        </p:txBody>
      </p:sp>
      <p:sp>
        <p:nvSpPr>
          <p:cNvPr id="3" name="Content Placeholder 2">
            <a:extLst>
              <a:ext uri="{FF2B5EF4-FFF2-40B4-BE49-F238E27FC236}">
                <a16:creationId xmlns:a16="http://schemas.microsoft.com/office/drawing/2014/main" id="{E85E09A0-6EBB-193D-77A7-A56C979EEE1F}"/>
              </a:ext>
            </a:extLst>
          </p:cNvPr>
          <p:cNvSpPr>
            <a:spLocks noGrp="1"/>
          </p:cNvSpPr>
          <p:nvPr>
            <p:ph idx="1"/>
          </p:nvPr>
        </p:nvSpPr>
        <p:spPr>
          <a:xfrm>
            <a:off x="1097279" y="1845734"/>
            <a:ext cx="10241279" cy="4023360"/>
          </a:xfrm>
        </p:spPr>
        <p:txBody>
          <a:bodyPr numCol="1">
            <a:normAutofit fontScale="92500" lnSpcReduction="20000"/>
          </a:bodyPr>
          <a:lstStyle/>
          <a:p>
            <a:r>
              <a:rPr dirty="0" lang="en-US"/>
              <a:t>Type-3 grammars generate </a:t>
            </a:r>
            <a:r>
              <a:rPr dirty="0" lang="en-US" u="sng"/>
              <a:t>regular languages</a:t>
            </a:r>
            <a:r>
              <a:rPr dirty="0" lang="en-US"/>
              <a:t>. </a:t>
            </a:r>
          </a:p>
          <a:p>
            <a:r>
              <a:rPr dirty="0" lang="en-US"/>
              <a:t>These languages are exactly all languages that can be accepted by a </a:t>
            </a:r>
            <a:r>
              <a:rPr dirty="0" lang="en-US" u="sng"/>
              <a:t>finite-state automaton</a:t>
            </a:r>
            <a:r>
              <a:rPr dirty="0" lang="en-US"/>
              <a:t>. </a:t>
            </a:r>
          </a:p>
          <a:p>
            <a:r>
              <a:rPr dirty="0" lang="en-US"/>
              <a:t>Type 3 is the most restricted form of grammar. </a:t>
            </a:r>
          </a:p>
          <a:p>
            <a:r>
              <a:rPr dirty="0" lang="en-US"/>
              <a:t>Only one non-terminal can appear on the right side of any production</a:t>
            </a:r>
          </a:p>
          <a:p>
            <a:r>
              <a:rPr dirty="0" lang="en-US"/>
              <a:t>A Regular Grammar is one that is either Right Linear or Left Linear but not both at the same time</a:t>
            </a:r>
            <a:r>
              <a:rPr altLang="hi-IN" dirty="0" lang="hi-IN"/>
              <a:t>.</a:t>
            </a:r>
            <a:endParaRPr dirty="0" lang="en-US"/>
          </a:p>
          <a:p>
            <a:endParaRPr b="1" dirty="0" lang="en-US">
              <a:solidFill>
                <a:srgbClr val="000000"/>
              </a:solidFill>
              <a:latin charset="0" panose="020B0604030504040204" pitchFamily="34" typeface="Verdana"/>
            </a:endParaRPr>
          </a:p>
          <a:p>
            <a:endParaRPr b="1" dirty="0" lang="en-US">
              <a:solidFill>
                <a:srgbClr val="000000"/>
              </a:solidFill>
              <a:latin charset="0" panose="020B0604030504040204" pitchFamily="34" typeface="Verdana"/>
            </a:endParaRPr>
          </a:p>
          <a:p>
            <a:endParaRPr b="1" dirty="0" lang="en-US">
              <a:solidFill>
                <a:srgbClr val="000000"/>
              </a:solidFill>
              <a:latin charset="0" panose="020B0604030504040204" pitchFamily="34" typeface="Verdana"/>
            </a:endParaRPr>
          </a:p>
          <a:p>
            <a:endParaRPr b="1" dirty="0" lang="en-US">
              <a:solidFill>
                <a:srgbClr val="000000"/>
              </a:solidFill>
              <a:latin charset="0" panose="020B0604030504040204" pitchFamily="34" typeface="Verdana"/>
            </a:endParaRPr>
          </a:p>
          <a:p>
            <a:r>
              <a:rPr dirty="0" lang="en-US"/>
              <a:t>The rule S → ε is allowed if S does not appear on the right side of any rule.</a:t>
            </a:r>
          </a:p>
          <a:p>
            <a:endParaRPr altLang="en-IN" dirty="0" lang="en-IN"/>
          </a:p>
        </p:txBody>
      </p:sp>
      <p:sp>
        <p:nvSpPr>
          <p:cNvPr id="5" name="TextBox 4">
            <a:extLst>
              <a:ext uri="{FF2B5EF4-FFF2-40B4-BE49-F238E27FC236}">
                <a16:creationId xmlns:a16="http://schemas.microsoft.com/office/drawing/2014/main" id="{E17CAF1A-612F-0030-DF3B-C4A9759E31D3}"/>
              </a:ext>
            </a:extLst>
          </p:cNvPr>
          <p:cNvSpPr txBox="1"/>
          <p:nvPr/>
        </p:nvSpPr>
        <p:spPr>
          <a:xfrm>
            <a:off x="2134552" y="3857414"/>
            <a:ext cx="8289607" cy="815608"/>
          </a:xfrm>
          <a:prstGeom prst="rect">
            <a:avLst/>
          </a:prstGeom>
          <a:noFill/>
        </p:spPr>
        <p:txBody>
          <a:bodyPr numCol="1" wrap="square">
            <a:spAutoFit/>
          </a:bodyPr>
          <a:lstStyle/>
          <a:p>
            <a:pPr algn="ctr"/>
            <a:r>
              <a:rPr b="1" dirty="0" lang="en-US">
                <a:solidFill>
                  <a:srgbClr val="000000"/>
                </a:solidFill>
                <a:latin charset="0" panose="020B0604030504040204" pitchFamily="34" typeface="Verdana"/>
              </a:rPr>
              <a:t>A</a:t>
            </a:r>
            <a:r>
              <a:rPr b="1" dirty="0" i="0" lang="en-US">
                <a:solidFill>
                  <a:srgbClr val="000000"/>
                </a:solidFill>
                <a:effectLst/>
                <a:latin charset="0" panose="020B0604030504040204" pitchFamily="34" typeface="Verdana"/>
              </a:rPr>
              <a:t> → a or A → </a:t>
            </a:r>
            <a:r>
              <a:rPr b="1" dirty="0" err="1" i="0" lang="en-US">
                <a:solidFill>
                  <a:srgbClr val="000000"/>
                </a:solidFill>
                <a:effectLst/>
                <a:latin charset="0" panose="020B0604030504040204" pitchFamily="34" typeface="Verdana"/>
              </a:rPr>
              <a:t>aB</a:t>
            </a:r>
            <a:r>
              <a:rPr b="1" dirty="0" i="0" lang="en-US">
                <a:solidFill>
                  <a:srgbClr val="000000"/>
                </a:solidFill>
                <a:effectLst/>
                <a:latin charset="0" panose="020B0604030504040204" pitchFamily="34" typeface="Verdana"/>
              </a:rPr>
              <a:t> where a is terminal and A,B are non-terminal</a:t>
            </a:r>
          </a:p>
          <a:p>
            <a:pPr algn="ctr"/>
            <a:endParaRPr b="1" dirty="0" lang="en-US" sz="900">
              <a:solidFill>
                <a:srgbClr val="000000"/>
              </a:solidFill>
              <a:latin charset="0" panose="020B0604030504040204" pitchFamily="34" typeface="Verdana"/>
            </a:endParaRPr>
          </a:p>
          <a:p>
            <a:pPr algn="ctr"/>
            <a:r>
              <a:rPr b="1" dirty="0" lang="en-US">
                <a:solidFill>
                  <a:srgbClr val="000000"/>
                </a:solidFill>
                <a:latin charset="0" panose="020B0604030504040204" pitchFamily="34" typeface="Verdana"/>
              </a:rPr>
              <a:t>Or</a:t>
            </a:r>
            <a:endParaRPr b="1" dirty="0" i="0" lang="en-US">
              <a:solidFill>
                <a:srgbClr val="000000"/>
              </a:solidFill>
              <a:effectLst/>
              <a:latin charset="0" panose="020B0604030504040204" pitchFamily="34" typeface="Verdana"/>
            </a:endParaRPr>
          </a:p>
        </p:txBody>
      </p:sp>
      <p:sp>
        <p:nvSpPr>
          <p:cNvPr id="7" name="TextBox 6">
            <a:extLst>
              <a:ext uri="{FF2B5EF4-FFF2-40B4-BE49-F238E27FC236}">
                <a16:creationId xmlns:a16="http://schemas.microsoft.com/office/drawing/2014/main" id="{85EF92A5-664E-5448-F4C9-EF5795031F14}"/>
              </a:ext>
            </a:extLst>
          </p:cNvPr>
          <p:cNvSpPr txBox="1"/>
          <p:nvPr/>
        </p:nvSpPr>
        <p:spPr>
          <a:xfrm>
            <a:off x="1380173" y="4735268"/>
            <a:ext cx="9958386" cy="369332"/>
          </a:xfrm>
          <a:prstGeom prst="rect">
            <a:avLst/>
          </a:prstGeom>
          <a:noFill/>
        </p:spPr>
        <p:txBody>
          <a:bodyPr numCol="1" wrap="square">
            <a:spAutoFit/>
          </a:bodyPr>
          <a:lstStyle/>
          <a:p>
            <a:pPr algn="ctr"/>
            <a:r>
              <a:rPr b="1" dirty="0" lang="en-US">
                <a:solidFill>
                  <a:srgbClr val="000000"/>
                </a:solidFill>
                <a:latin charset="0" panose="020B0604030504040204" pitchFamily="34" typeface="Verdana"/>
              </a:rPr>
              <a:t>A</a:t>
            </a:r>
            <a:r>
              <a:rPr b="1" dirty="0" i="0" lang="en-US">
                <a:solidFill>
                  <a:srgbClr val="000000"/>
                </a:solidFill>
                <a:effectLst/>
                <a:latin charset="0" panose="020B0604030504040204" pitchFamily="34" typeface="Verdana"/>
              </a:rPr>
              <a:t> → a or A → Ba where a is terminal and A,B are non-terminal</a:t>
            </a:r>
          </a:p>
        </p:txBody>
      </p:sp>
    </p:spTree>
    <p:extLst>
      <p:ext uri="{BB962C8B-B14F-4D97-AF65-F5344CB8AC3E}">
        <p14:creationId xmlns:p14="http://schemas.microsoft.com/office/powerpoint/2010/main" val="339218951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5">
                                            <p:txEl>
                                              <p:pRg end="0" st="0"/>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5">
                                            <p:txEl>
                                              <p:pRg end="2" st="2"/>
                                            </p:txEl>
                                          </p:spTgt>
                                        </p:tgtEl>
                                        <p:attrNameLst>
                                          <p:attrName>style.visibility</p:attrName>
                                        </p:attrNameLst>
                                      </p:cBhvr>
                                      <p:to>
                                        <p:strVal val="visible"/>
                                      </p:to>
                                    </p:set>
                                  </p:childTnLst>
                                </p:cTn>
                              </p:par>
                            </p:childTnLst>
                          </p:cTn>
                        </p:par>
                      </p:childTnLst>
                    </p:cTn>
                  </p:par>
                  <p:par>
                    <p:cTn fill="hold" id="29">
                      <p:stCondLst>
                        <p:cond delay="indefinite"/>
                      </p:stCondLst>
                      <p:childTnLst>
                        <p:par>
                          <p:cTn fill="hold" id="30">
                            <p:stCondLst>
                              <p:cond delay="0"/>
                            </p:stCondLst>
                            <p:childTnLst>
                              <p:par>
                                <p:cTn fill="hold" grpId="0" id="31" nodeType="clickEffect" presetClass="entr" presetID="1" presetSubtype="0">
                                  <p:stCondLst>
                                    <p:cond delay="0"/>
                                  </p:stCondLst>
                                  <p:childTnLst>
                                    <p:set>
                                      <p:cBhvr>
                                        <p:cTn dur="1" fill="hold" id="32">
                                          <p:stCondLst>
                                            <p:cond delay="0"/>
                                          </p:stCondLst>
                                        </p:cTn>
                                        <p:tgtEl>
                                          <p:spTgt spid="7"/>
                                        </p:tgtEl>
                                        <p:attrNameLst>
                                          <p:attrName>style.visibility</p:attrName>
                                        </p:attrNameLst>
                                      </p:cBhvr>
                                      <p:to>
                                        <p:strVal val="visible"/>
                                      </p:to>
                                    </p:set>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1" presetSubtype="0">
                                  <p:stCondLst>
                                    <p:cond delay="0"/>
                                  </p:stCondLst>
                                  <p:childTnLst>
                                    <p:set>
                                      <p:cBhvr>
                                        <p:cTn dur="1" fill="hold" id="36">
                                          <p:stCondLst>
                                            <p:cond delay="0"/>
                                          </p:stCondLst>
                                        </p:cTn>
                                        <p:tgtEl>
                                          <p:spTgt spid="3">
                                            <p:txEl>
                                              <p:pRg end="9" st="9"/>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7"/>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99DC3-1364-461B-88FE-BA3038AF3068}"/>
              </a:ext>
            </a:extLst>
          </p:cNvPr>
          <p:cNvSpPr>
            <a:spLocks noGrp="1"/>
          </p:cNvSpPr>
          <p:nvPr>
            <p:ph type="title"/>
          </p:nvPr>
        </p:nvSpPr>
        <p:spPr/>
        <p:txBody>
          <a:bodyPr numCol="1"/>
          <a:lstStyle/>
          <a:p>
            <a:r>
              <a:rPr altLang="en-IN" dirty="0" lang="en-IN">
                <a:latin charset="0" panose="02020603050405020304" pitchFamily="18" typeface="Times New Roman"/>
                <a:cs charset="0" panose="02020603050405020304" pitchFamily="18" typeface="Times New Roman"/>
              </a:rPr>
              <a:t>Linear grammar</a:t>
            </a:r>
          </a:p>
        </p:txBody>
      </p:sp>
      <p:sp>
        <p:nvSpPr>
          <p:cNvPr id="3" name="Content Placeholder 2">
            <a:extLst>
              <a:ext uri="{FF2B5EF4-FFF2-40B4-BE49-F238E27FC236}">
                <a16:creationId xmlns:a16="http://schemas.microsoft.com/office/drawing/2014/main" id="{DAE28B45-4EBA-45FB-B71B-82514C7BFEC0}"/>
              </a:ext>
            </a:extLst>
          </p:cNvPr>
          <p:cNvSpPr>
            <a:spLocks noGrp="1"/>
          </p:cNvSpPr>
          <p:nvPr>
            <p:ph idx="1"/>
          </p:nvPr>
        </p:nvSpPr>
        <p:spPr/>
        <p:txBody>
          <a:bodyPr numCol="1">
            <a:normAutofit fontScale="92500" lnSpcReduction="10000"/>
          </a:bodyPr>
          <a:lstStyle/>
          <a:p>
            <a:pPr algn="just"/>
            <a:r>
              <a:rPr dirty="0" lang="en-US" sz="2400">
                <a:latin charset="0" panose="02020603050405020304" pitchFamily="18" typeface="Times New Roman"/>
                <a:cs charset="0" panose="02020603050405020304" pitchFamily="18" typeface="Times New Roman"/>
              </a:rPr>
              <a:t>A linear grammar is a restricted context-free grammar where each production has </a:t>
            </a:r>
            <a:r>
              <a:rPr dirty="0" lang="en-US" sz="2400" u="sng">
                <a:latin charset="0" panose="02020603050405020304" pitchFamily="18" typeface="Times New Roman"/>
                <a:cs charset="0" panose="02020603050405020304" pitchFamily="18" typeface="Times New Roman"/>
              </a:rPr>
              <a:t>at most one non-terminal on the right-hand side</a:t>
            </a:r>
            <a:r>
              <a:rPr dirty="0" lang="en-US" sz="2400">
                <a:latin charset="0" panose="02020603050405020304" pitchFamily="18" typeface="Times New Roman"/>
                <a:cs charset="0" panose="02020603050405020304" pitchFamily="18" typeface="Times New Roman"/>
              </a:rPr>
              <a:t>, appearing either at the far left or far right.</a:t>
            </a:r>
          </a:p>
          <a:p>
            <a:pPr algn="just"/>
            <a:r>
              <a:rPr dirty="0" lang="en-US" sz="2400">
                <a:latin charset="0" panose="02020603050405020304" pitchFamily="18" typeface="Times New Roman"/>
                <a:cs charset="0" panose="02020603050405020304" pitchFamily="18" typeface="Times New Roman"/>
              </a:rPr>
              <a:t>making it equivalent to regular grammars.</a:t>
            </a:r>
          </a:p>
          <a:p>
            <a:pPr algn="just"/>
            <a:r>
              <a:rPr dirty="0" lang="en-US" sz="2400">
                <a:latin charset="0" panose="02020603050405020304" pitchFamily="18" typeface="Times New Roman"/>
                <a:cs charset="0" panose="02020603050405020304" pitchFamily="18" typeface="Times New Roman"/>
              </a:rPr>
              <a:t>These grammars are used to define regular languages and are recognized by finite automata. </a:t>
            </a:r>
          </a:p>
          <a:p>
            <a:pPr algn="just"/>
            <a:endParaRPr dirty="0" lang="en-US" sz="3200">
              <a:latin charset="0" panose="02020603050405020304" pitchFamily="18" typeface="Times New Roman"/>
              <a:cs charset="0" panose="02020603050405020304" pitchFamily="18" typeface="Times New Roman"/>
            </a:endParaRPr>
          </a:p>
          <a:p>
            <a:pPr algn="ctr"/>
            <a:r>
              <a:rPr altLang="en-IN" b="1" dirty="0" i="0" lang="en-IN" sz="2800">
                <a:solidFill>
                  <a:srgbClr val="000000"/>
                </a:solidFill>
                <a:effectLst/>
                <a:latin charset="0" panose="02020603050405020304" pitchFamily="18" typeface="Times New Roman"/>
                <a:cs charset="0" panose="02020603050405020304" pitchFamily="18" typeface="Times New Roman"/>
              </a:rPr>
              <a:t>S → </a:t>
            </a:r>
            <a:r>
              <a:rPr altLang="en-IN" b="1" dirty="0" err="1" i="0" lang="en-IN" sz="2800">
                <a:solidFill>
                  <a:srgbClr val="000000"/>
                </a:solidFill>
                <a:effectLst/>
                <a:latin charset="0" panose="02020603050405020304" pitchFamily="18" typeface="Times New Roman"/>
                <a:cs charset="0" panose="02020603050405020304" pitchFamily="18" typeface="Times New Roman"/>
              </a:rPr>
              <a:t>aA</a:t>
            </a:r>
            <a:endParaRPr altLang="en-IN" b="1" dirty="0" i="0" lang="en-IN" sz="2800">
              <a:solidFill>
                <a:srgbClr val="000000"/>
              </a:solidFill>
              <a:effectLst/>
              <a:latin charset="0" panose="02020603050405020304" pitchFamily="18" typeface="Times New Roman"/>
              <a:cs charset="0" panose="02020603050405020304" pitchFamily="18" typeface="Times New Roman"/>
            </a:endParaRPr>
          </a:p>
          <a:p>
            <a:pPr algn="ctr"/>
            <a:r>
              <a:rPr altLang="en-IN" b="1" dirty="0" i="0" lang="en-IN" sz="2800">
                <a:solidFill>
                  <a:srgbClr val="000000"/>
                </a:solidFill>
                <a:effectLst/>
                <a:latin charset="0" panose="02020603050405020304" pitchFamily="18" typeface="Times New Roman"/>
                <a:cs charset="0" panose="02020603050405020304" pitchFamily="18" typeface="Times New Roman"/>
              </a:rPr>
              <a:t>A → </a:t>
            </a:r>
            <a:r>
              <a:rPr altLang="en-IN" b="1" dirty="0" err="1" i="0" lang="en-IN" sz="2800">
                <a:solidFill>
                  <a:srgbClr val="000000"/>
                </a:solidFill>
                <a:effectLst/>
                <a:latin charset="0" panose="02020603050405020304" pitchFamily="18" typeface="Times New Roman"/>
                <a:cs charset="0" panose="02020603050405020304" pitchFamily="18" typeface="Times New Roman"/>
              </a:rPr>
              <a:t>aB</a:t>
            </a:r>
            <a:endParaRPr altLang="en-IN" b="1" dirty="0" i="0" lang="en-IN" sz="2800">
              <a:solidFill>
                <a:srgbClr val="000000"/>
              </a:solidFill>
              <a:effectLst/>
              <a:latin charset="0" panose="02020603050405020304" pitchFamily="18" typeface="Times New Roman"/>
              <a:cs charset="0" panose="02020603050405020304" pitchFamily="18" typeface="Times New Roman"/>
            </a:endParaRPr>
          </a:p>
          <a:p>
            <a:pPr algn="ctr"/>
            <a:r>
              <a:rPr altLang="en-IN" b="1" dirty="0" i="0" lang="en-IN" sz="2800">
                <a:solidFill>
                  <a:srgbClr val="000000"/>
                </a:solidFill>
                <a:effectLst/>
                <a:latin charset="0" panose="02020603050405020304" pitchFamily="18" typeface="Times New Roman"/>
                <a:cs charset="0" panose="02020603050405020304" pitchFamily="18" typeface="Times New Roman"/>
              </a:rPr>
              <a:t>B → Bb</a:t>
            </a:r>
            <a:r>
              <a:rPr altLang="en-IN" dirty="0" lang="en-IN" sz="3200">
                <a:latin charset="0" panose="02020603050405020304" pitchFamily="18" typeface="Times New Roman"/>
                <a:cs charset="0" panose="02020603050405020304" pitchFamily="18" typeface="Times New Roman"/>
              </a:rPr>
              <a:t> </a:t>
            </a:r>
          </a:p>
        </p:txBody>
      </p:sp>
    </p:spTree>
    <p:extLst>
      <p:ext uri="{BB962C8B-B14F-4D97-AF65-F5344CB8AC3E}">
        <p14:creationId xmlns:p14="http://schemas.microsoft.com/office/powerpoint/2010/main" val="274352282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4" st="4"/>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3">
                                            <p:txEl>
                                              <p:pRg end="5" st="5"/>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3">
                                            <p:txEl>
                                              <p:pRg end="6" st="6"/>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F2752-BBE6-5AC4-600D-8725368E4A92}"/>
              </a:ext>
            </a:extLst>
          </p:cNvPr>
          <p:cNvSpPr>
            <a:spLocks noGrp="1"/>
          </p:cNvSpPr>
          <p:nvPr>
            <p:ph type="title"/>
          </p:nvPr>
        </p:nvSpPr>
        <p:spPr/>
        <p:txBody>
          <a:bodyPr numCol="1"/>
          <a:lstStyle/>
          <a:p>
            <a:r>
              <a:rPr dirty="0" lang="en-US" sz="4800">
                <a:latin charset="0" panose="02020603050405020304" pitchFamily="18" typeface="Times New Roman"/>
                <a:cs charset="0" panose="02020603050405020304" pitchFamily="18" typeface="Times New Roman"/>
              </a:rPr>
              <a:t>Right Linear Grammar (RLG)</a:t>
            </a:r>
            <a:endParaRPr altLang="en-IN" dirty="0" lang="en-IN"/>
          </a:p>
        </p:txBody>
      </p:sp>
      <p:sp>
        <p:nvSpPr>
          <p:cNvPr id="3" name="Content Placeholder 2">
            <a:extLst>
              <a:ext uri="{FF2B5EF4-FFF2-40B4-BE49-F238E27FC236}">
                <a16:creationId xmlns:a16="http://schemas.microsoft.com/office/drawing/2014/main" id="{0B12FB73-5972-12D8-511C-2573307C4C9D}"/>
              </a:ext>
            </a:extLst>
          </p:cNvPr>
          <p:cNvSpPr>
            <a:spLocks noGrp="1"/>
          </p:cNvSpPr>
          <p:nvPr>
            <p:ph idx="1"/>
          </p:nvPr>
        </p:nvSpPr>
        <p:spPr/>
        <p:txBody>
          <a:bodyPr numCol="1">
            <a:normAutofit lnSpcReduction="10000"/>
          </a:bodyPr>
          <a:lstStyle/>
          <a:p>
            <a:pPr>
              <a:buFont charset="0" panose="020B0604020202020204" pitchFamily="34" typeface="Arial"/>
              <a:buChar char="•"/>
            </a:pPr>
            <a:r>
              <a:rPr dirty="0" lang="en-US" sz="2400">
                <a:solidFill>
                  <a:schemeClr val="tx1"/>
                </a:solidFill>
                <a:latin charset="0" panose="02020603050405020304" pitchFamily="18" typeface="Times New Roman"/>
                <a:cs charset="0" panose="02020603050405020304" pitchFamily="18" typeface="Times New Roman"/>
              </a:rPr>
              <a:t>A right linear grammar is a linear grammar in which the non-terminal symbol always occurs on the right side.</a:t>
            </a:r>
            <a:endParaRPr altLang="en-IN" dirty="0" lang="en-IN" sz="2400">
              <a:solidFill>
                <a:schemeClr val="tx1"/>
              </a:solidFill>
              <a:latin charset="0" panose="02020603050405020304" pitchFamily="18" typeface="Times New Roman"/>
              <a:cs charset="0" panose="02020603050405020304" pitchFamily="18" typeface="Times New Roman"/>
            </a:endParaRPr>
          </a:p>
          <a:p>
            <a:pPr>
              <a:buFont charset="0" panose="020B0604020202020204" pitchFamily="34" typeface="Arial"/>
              <a:buChar char="•"/>
            </a:pPr>
            <a:r>
              <a:rPr altLang="en-IN" dirty="0" lang="en-IN" sz="2400">
                <a:solidFill>
                  <a:schemeClr val="tx1"/>
                </a:solidFill>
                <a:latin charset="0" panose="02020603050405020304" pitchFamily="18" typeface="Times New Roman"/>
                <a:cs charset="0" panose="02020603050405020304" pitchFamily="18" typeface="Times New Roman"/>
              </a:rPr>
              <a:t>In this type of grammar </a:t>
            </a:r>
            <a:r>
              <a:rPr b="0" dirty="0" i="0" lang="en-US" sz="2400">
                <a:solidFill>
                  <a:schemeClr val="tx1"/>
                </a:solidFill>
                <a:effectLst/>
                <a:latin charset="0" panose="02020603050405020304" pitchFamily="18" typeface="Times New Roman"/>
                <a:cs charset="0" panose="02020603050405020304" pitchFamily="18" typeface="Times New Roman"/>
              </a:rPr>
              <a:t>all the productions or production rules in P are of one of the following forms:</a:t>
            </a:r>
          </a:p>
          <a:p>
            <a:pPr lvl="1">
              <a:buFont charset="0" panose="020B0604020202020204" pitchFamily="34" typeface="Arial"/>
              <a:buChar char="•"/>
            </a:pPr>
            <a:r>
              <a:rPr b="0" dirty="0" i="0" lang="en-US" sz="2200">
                <a:solidFill>
                  <a:srgbClr val="000000"/>
                </a:solidFill>
                <a:effectLst/>
                <a:latin charset="0" panose="02020603050405020304" pitchFamily="18" typeface="Times New Roman"/>
                <a:cs charset="0" panose="02020603050405020304" pitchFamily="18" typeface="Times New Roman"/>
              </a:rPr>
              <a:t>B </a:t>
            </a:r>
            <a:r>
              <a:rPr altLang="en-IN" b="0" dirty="0" i="1" lang="en-IN" sz="2200">
                <a:solidFill>
                  <a:srgbClr val="000000"/>
                </a:solidFill>
                <a:effectLst/>
                <a:latin charset="0" panose="02020603050405020304" pitchFamily="18" typeface="Times New Roman"/>
                <a:cs charset="0" panose="02020603050405020304" pitchFamily="18" typeface="Times New Roman"/>
              </a:rPr>
              <a:t>→</a:t>
            </a:r>
            <a:r>
              <a:rPr b="0" dirty="0" i="0" lang="en-US" sz="2200">
                <a:solidFill>
                  <a:srgbClr val="000000"/>
                </a:solidFill>
                <a:effectLst/>
                <a:latin charset="0" panose="02020603050405020304" pitchFamily="18" typeface="Times New Roman"/>
                <a:cs charset="0" panose="02020603050405020304" pitchFamily="18" typeface="Times New Roman"/>
              </a:rPr>
              <a:t> a (Where B is a variable or non-terminal in V and </a:t>
            </a:r>
            <a:r>
              <a:rPr b="0" dirty="0" i="1" lang="en-US" sz="2200">
                <a:solidFill>
                  <a:srgbClr val="000000"/>
                </a:solidFill>
                <a:effectLst/>
                <a:latin charset="0" panose="02020603050405020304" pitchFamily="18" typeface="Times New Roman"/>
                <a:cs charset="0" panose="02020603050405020304" pitchFamily="18" typeface="Times New Roman"/>
              </a:rPr>
              <a:t>a </a:t>
            </a:r>
            <a:r>
              <a:rPr b="0" dirty="0" i="0" lang="en-US" sz="2200">
                <a:solidFill>
                  <a:srgbClr val="000000"/>
                </a:solidFill>
                <a:effectLst/>
                <a:latin charset="0" panose="02020603050405020304" pitchFamily="18" typeface="Times New Roman"/>
                <a:cs charset="0" panose="02020603050405020304" pitchFamily="18" typeface="Times New Roman"/>
              </a:rPr>
              <a:t>is terminal in Σ)</a:t>
            </a:r>
          </a:p>
          <a:p>
            <a:pPr lvl="1">
              <a:buFont charset="0" panose="020B0604020202020204" pitchFamily="34" typeface="Arial"/>
              <a:buChar char="•"/>
            </a:pPr>
            <a:r>
              <a:rPr b="0" dirty="0" i="0" lang="en-US" sz="2200">
                <a:solidFill>
                  <a:srgbClr val="000000"/>
                </a:solidFill>
                <a:effectLst/>
                <a:latin charset="0" panose="02020603050405020304" pitchFamily="18" typeface="Times New Roman"/>
                <a:cs charset="0" panose="02020603050405020304" pitchFamily="18" typeface="Times New Roman"/>
              </a:rPr>
              <a:t>B </a:t>
            </a:r>
            <a:r>
              <a:rPr altLang="en-IN" b="0" dirty="0" i="1" lang="en-IN" sz="2200">
                <a:solidFill>
                  <a:srgbClr val="000000"/>
                </a:solidFill>
                <a:effectLst/>
                <a:latin charset="0" panose="02020603050405020304" pitchFamily="18" typeface="Times New Roman"/>
                <a:cs charset="0" panose="02020603050405020304" pitchFamily="18" typeface="Times New Roman"/>
              </a:rPr>
              <a:t>→</a:t>
            </a:r>
            <a:r>
              <a:rPr b="0" dirty="0" i="0" lang="en-US" sz="2200">
                <a:solidFill>
                  <a:srgbClr val="000000"/>
                </a:solidFill>
                <a:effectLst/>
                <a:latin charset="0" panose="02020603050405020304" pitchFamily="18" typeface="Times New Roman"/>
                <a:cs charset="0" panose="02020603050405020304" pitchFamily="18" typeface="Times New Roman"/>
              </a:rPr>
              <a:t> </a:t>
            </a:r>
            <a:r>
              <a:rPr b="0" dirty="0" err="1" i="0" lang="en-US" sz="2200">
                <a:solidFill>
                  <a:srgbClr val="000000"/>
                </a:solidFill>
                <a:effectLst/>
                <a:latin charset="0" panose="02020603050405020304" pitchFamily="18" typeface="Times New Roman"/>
                <a:cs charset="0" panose="02020603050405020304" pitchFamily="18" typeface="Times New Roman"/>
              </a:rPr>
              <a:t>aC</a:t>
            </a:r>
            <a:r>
              <a:rPr b="0" dirty="0" i="0" lang="en-US" sz="2200">
                <a:solidFill>
                  <a:srgbClr val="000000"/>
                </a:solidFill>
                <a:effectLst/>
                <a:latin charset="0" panose="02020603050405020304" pitchFamily="18" typeface="Times New Roman"/>
                <a:cs charset="0" panose="02020603050405020304" pitchFamily="18" typeface="Times New Roman"/>
              </a:rPr>
              <a:t> (Where B and C are in a Variable V and a is terminal in Σ)</a:t>
            </a:r>
            <a:endParaRPr dirty="0" lang="en-US" sz="2200">
              <a:solidFill>
                <a:srgbClr val="000000"/>
              </a:solidFill>
              <a:latin charset="0" panose="02020603050405020304" pitchFamily="18" typeface="Times New Roman"/>
              <a:cs charset="0" panose="02020603050405020304" pitchFamily="18" typeface="Times New Roman"/>
            </a:endParaRPr>
          </a:p>
          <a:p>
            <a:pPr lvl="1">
              <a:buFont charset="0" panose="020B0604020202020204" pitchFamily="34" typeface="Arial"/>
              <a:buChar char="•"/>
            </a:pPr>
            <a:r>
              <a:rPr b="0" dirty="0" i="0" lang="en-US" sz="2200">
                <a:solidFill>
                  <a:srgbClr val="000000"/>
                </a:solidFill>
                <a:effectLst/>
                <a:latin charset="0" panose="02020603050405020304" pitchFamily="18" typeface="Times New Roman"/>
                <a:cs charset="0" panose="02020603050405020304" pitchFamily="18" typeface="Times New Roman"/>
              </a:rPr>
              <a:t>B </a:t>
            </a:r>
            <a:r>
              <a:rPr altLang="en-IN" b="0" dirty="0" i="1" lang="en-IN" sz="2200">
                <a:solidFill>
                  <a:srgbClr val="000000"/>
                </a:solidFill>
                <a:effectLst/>
                <a:latin charset="0" panose="02020603050405020304" pitchFamily="18" typeface="Times New Roman"/>
                <a:cs charset="0" panose="02020603050405020304" pitchFamily="18" typeface="Times New Roman"/>
              </a:rPr>
              <a:t>→</a:t>
            </a:r>
            <a:r>
              <a:rPr b="0" dirty="0" i="0" lang="en-US" sz="2200">
                <a:solidFill>
                  <a:srgbClr val="000000"/>
                </a:solidFill>
                <a:effectLst/>
                <a:latin charset="0" panose="02020603050405020304" pitchFamily="18" typeface="Times New Roman"/>
                <a:cs charset="0" panose="02020603050405020304" pitchFamily="18" typeface="Times New Roman"/>
              </a:rPr>
              <a:t> ε (Where B is a variable in V and ε denotes the empty string i.e. the string of length 0)</a:t>
            </a:r>
            <a:r>
              <a:rPr dirty="0" lang="en-US" sz="2600">
                <a:latin charset="0" panose="02020603050405020304" pitchFamily="18" typeface="Times New Roman"/>
                <a:cs charset="0" panose="02020603050405020304" pitchFamily="18" typeface="Times New Roman"/>
              </a:rPr>
              <a:t> </a:t>
            </a:r>
            <a:br>
              <a:rPr dirty="0" lang="en-US" sz="2600">
                <a:latin charset="0" panose="02020603050405020304" pitchFamily="18" typeface="Times New Roman"/>
                <a:cs charset="0" panose="02020603050405020304" pitchFamily="18" typeface="Times New Roman"/>
              </a:rPr>
            </a:br>
            <a:endParaRPr dirty="0" lang="en-US" sz="2800">
              <a:latin charset="0" panose="02020603050405020304" pitchFamily="18" typeface="Times New Roman"/>
              <a:cs charset="0" panose="02020603050405020304" pitchFamily="18" typeface="Times New Roman"/>
            </a:endParaRPr>
          </a:p>
          <a:p>
            <a:pPr algn="just" indent="0" marL="0">
              <a:buNone/>
            </a:pPr>
            <a:r>
              <a:rPr altLang="en-IN" dirty="0" i="1" lang="en-IN" sz="2400">
                <a:solidFill>
                  <a:srgbClr val="FF0000"/>
                </a:solidFill>
                <a:latin charset="0" panose="02020603050405020304" pitchFamily="18" typeface="Times New Roman"/>
                <a:cs charset="0" panose="02020603050405020304" pitchFamily="18" typeface="Times New Roman"/>
              </a:rPr>
              <a:t>RLG is equivalent to DFA (Deterministic Finite Automata) and NFA (Nondeterministic Finite Automata)</a:t>
            </a:r>
            <a:endParaRPr altLang="en-IN" dirty="0" i="1" lang="en-IN" sz="2800">
              <a:solidFill>
                <a:srgbClr val="FF0000"/>
              </a:solidFill>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17797418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5" st="5"/>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60D5-8A27-8602-313F-3D54378C5654}"/>
              </a:ext>
            </a:extLst>
          </p:cNvPr>
          <p:cNvSpPr>
            <a:spLocks noGrp="1"/>
          </p:cNvSpPr>
          <p:nvPr>
            <p:ph type="title"/>
          </p:nvPr>
        </p:nvSpPr>
        <p:spPr/>
        <p:txBody>
          <a:bodyPr numCol="1"/>
          <a:lstStyle/>
          <a:p>
            <a:r>
              <a:rPr altLang="en-IN" dirty="0" lang="en-IN">
                <a:solidFill>
                  <a:schemeClr val="tx1"/>
                </a:solidFill>
                <a:latin charset="0" panose="02020603050405020304" pitchFamily="18" typeface="Times New Roman"/>
                <a:cs charset="0" panose="02020603050405020304" pitchFamily="18" typeface="Times New Roman"/>
              </a:rPr>
              <a:t>Left Linear Grammar (LLG)</a:t>
            </a:r>
          </a:p>
        </p:txBody>
      </p:sp>
      <p:sp>
        <p:nvSpPr>
          <p:cNvPr id="3" name="Content Placeholder 2">
            <a:extLst>
              <a:ext uri="{FF2B5EF4-FFF2-40B4-BE49-F238E27FC236}">
                <a16:creationId xmlns:a16="http://schemas.microsoft.com/office/drawing/2014/main" id="{AF84939E-65D1-C179-1079-EEACFE9B5EC5}"/>
              </a:ext>
            </a:extLst>
          </p:cNvPr>
          <p:cNvSpPr>
            <a:spLocks noGrp="1"/>
          </p:cNvSpPr>
          <p:nvPr>
            <p:ph idx="1"/>
          </p:nvPr>
        </p:nvSpPr>
        <p:spPr/>
        <p:txBody>
          <a:bodyPr numCol="1">
            <a:normAutofit/>
          </a:bodyPr>
          <a:lstStyle/>
          <a:p>
            <a:pPr>
              <a:buFont charset="0" panose="020B0604020202020204" pitchFamily="34" typeface="Arial"/>
              <a:buChar char="•"/>
            </a:pPr>
            <a:r>
              <a:rPr dirty="0" lang="en-US" sz="2200">
                <a:solidFill>
                  <a:schemeClr val="tx1"/>
                </a:solidFill>
                <a:latin charset="0" panose="02020603050405020304" pitchFamily="18" typeface="Times New Roman"/>
                <a:cs charset="0" panose="02020603050405020304" pitchFamily="18" typeface="Times New Roman"/>
              </a:rPr>
              <a:t>A left linear grammar is a linear grammar in which the non-terminal symbol always occurs on the left side.</a:t>
            </a:r>
          </a:p>
          <a:p>
            <a:pPr>
              <a:buFont charset="0" panose="020B0604020202020204" pitchFamily="34" typeface="Arial"/>
              <a:buChar char="•"/>
            </a:pPr>
            <a:r>
              <a:rPr dirty="0" lang="en-US" sz="2200">
                <a:solidFill>
                  <a:schemeClr val="tx1"/>
                </a:solidFill>
                <a:latin charset="0" panose="02020603050405020304" pitchFamily="18" typeface="Times New Roman"/>
                <a:cs charset="0" panose="02020603050405020304" pitchFamily="18" typeface="Times New Roman"/>
              </a:rPr>
              <a:t>In this type of Grammar </a:t>
            </a:r>
            <a:r>
              <a:rPr b="0" dirty="0" i="0" lang="en-US" sz="2200">
                <a:solidFill>
                  <a:schemeClr val="tx1"/>
                </a:solidFill>
                <a:effectLst/>
                <a:latin charset="0" panose="02020603050405020304" pitchFamily="18" typeface="Times New Roman"/>
                <a:cs charset="0" panose="02020603050405020304" pitchFamily="18" typeface="Times New Roman"/>
              </a:rPr>
              <a:t>all the productions or production rules in P are of one of the following forms</a:t>
            </a:r>
          </a:p>
          <a:p>
            <a:pPr lvl="1">
              <a:buFont charset="0" panose="020B0604020202020204" pitchFamily="34" typeface="Arial"/>
              <a:buChar char="•"/>
            </a:pPr>
            <a:r>
              <a:rPr b="0" dirty="0" i="0" lang="en-US" sz="2400">
                <a:solidFill>
                  <a:schemeClr val="tx1"/>
                </a:solidFill>
                <a:effectLst/>
                <a:latin charset="0" panose="02020603050405020304" pitchFamily="18" typeface="Times New Roman"/>
                <a:cs charset="0" panose="02020603050405020304" pitchFamily="18" typeface="Times New Roman"/>
              </a:rPr>
              <a:t>A → </a:t>
            </a:r>
            <a:r>
              <a:rPr b="0" dirty="0" i="1" lang="en-US" sz="2400">
                <a:solidFill>
                  <a:schemeClr val="tx1"/>
                </a:solidFill>
                <a:effectLst/>
                <a:latin charset="0" panose="02020603050405020304" pitchFamily="18" typeface="Times New Roman"/>
                <a:cs charset="0" panose="02020603050405020304" pitchFamily="18" typeface="Times New Roman"/>
              </a:rPr>
              <a:t>a </a:t>
            </a:r>
            <a:r>
              <a:rPr b="0" dirty="0" i="0" lang="en-US" sz="2400">
                <a:solidFill>
                  <a:schemeClr val="tx1"/>
                </a:solidFill>
                <a:effectLst/>
                <a:latin charset="0" panose="02020603050405020304" pitchFamily="18" typeface="Times New Roman"/>
                <a:cs charset="0" panose="02020603050405020304" pitchFamily="18" typeface="Times New Roman"/>
              </a:rPr>
              <a:t>(Where A is a non-terminal in V and </a:t>
            </a:r>
            <a:r>
              <a:rPr b="0" dirty="0" i="1" lang="en-US" sz="2400">
                <a:solidFill>
                  <a:schemeClr val="tx1"/>
                </a:solidFill>
                <a:effectLst/>
                <a:latin charset="0" panose="02020603050405020304" pitchFamily="18" typeface="Times New Roman"/>
                <a:cs charset="0" panose="02020603050405020304" pitchFamily="18" typeface="Times New Roman"/>
              </a:rPr>
              <a:t>a </a:t>
            </a:r>
            <a:r>
              <a:rPr b="0" dirty="0" i="0" lang="en-US" sz="2400">
                <a:solidFill>
                  <a:schemeClr val="tx1"/>
                </a:solidFill>
                <a:effectLst/>
                <a:latin charset="0" panose="02020603050405020304" pitchFamily="18" typeface="Times New Roman"/>
                <a:cs charset="0" panose="02020603050405020304" pitchFamily="18" typeface="Times New Roman"/>
              </a:rPr>
              <a:t>is a terminal in Σ)</a:t>
            </a:r>
          </a:p>
          <a:p>
            <a:pPr lvl="1">
              <a:buFont charset="0" panose="020B0604020202020204" pitchFamily="34" typeface="Arial"/>
              <a:buChar char="•"/>
            </a:pPr>
            <a:r>
              <a:rPr b="0" dirty="0" i="0" lang="en-US" sz="2400">
                <a:solidFill>
                  <a:schemeClr val="tx1"/>
                </a:solidFill>
                <a:effectLst/>
                <a:latin charset="0" panose="02020603050405020304" pitchFamily="18" typeface="Times New Roman"/>
                <a:cs charset="0" panose="02020603050405020304" pitchFamily="18" typeface="Times New Roman"/>
              </a:rPr>
              <a:t>A → B</a:t>
            </a:r>
            <a:r>
              <a:rPr b="0" dirty="0" i="1" lang="en-US" sz="2400">
                <a:solidFill>
                  <a:schemeClr val="tx1"/>
                </a:solidFill>
                <a:effectLst/>
                <a:latin charset="0" panose="02020603050405020304" pitchFamily="18" typeface="Times New Roman"/>
                <a:cs charset="0" panose="02020603050405020304" pitchFamily="18" typeface="Times New Roman"/>
              </a:rPr>
              <a:t>a </a:t>
            </a:r>
            <a:r>
              <a:rPr b="0" dirty="0" i="0" lang="en-US" sz="2400">
                <a:solidFill>
                  <a:schemeClr val="tx1"/>
                </a:solidFill>
                <a:effectLst/>
                <a:latin charset="0" panose="02020603050405020304" pitchFamily="18" typeface="Times New Roman"/>
                <a:cs charset="0" panose="02020603050405020304" pitchFamily="18" typeface="Times New Roman"/>
              </a:rPr>
              <a:t>(Where A and B are in V and </a:t>
            </a:r>
            <a:r>
              <a:rPr b="0" dirty="0" i="1" lang="en-US" sz="2400">
                <a:solidFill>
                  <a:schemeClr val="tx1"/>
                </a:solidFill>
                <a:effectLst/>
                <a:latin charset="0" panose="02020603050405020304" pitchFamily="18" typeface="Times New Roman"/>
                <a:cs charset="0" panose="02020603050405020304" pitchFamily="18" typeface="Times New Roman"/>
              </a:rPr>
              <a:t>a </a:t>
            </a:r>
            <a:r>
              <a:rPr b="0" dirty="0" i="0" lang="en-US" sz="2400">
                <a:solidFill>
                  <a:schemeClr val="tx1"/>
                </a:solidFill>
                <a:effectLst/>
                <a:latin charset="0" panose="02020603050405020304" pitchFamily="18" typeface="Times New Roman"/>
                <a:cs charset="0" panose="02020603050405020304" pitchFamily="18" typeface="Times New Roman"/>
              </a:rPr>
              <a:t>is in Σ)</a:t>
            </a:r>
          </a:p>
          <a:p>
            <a:pPr lvl="1">
              <a:buFont charset="0" panose="020B0604020202020204" pitchFamily="34" typeface="Arial"/>
              <a:buChar char="•"/>
            </a:pPr>
            <a:r>
              <a:rPr b="0" dirty="0" i="0" lang="en-US" sz="2400">
                <a:solidFill>
                  <a:schemeClr val="tx1"/>
                </a:solidFill>
                <a:effectLst/>
                <a:latin charset="0" panose="02020603050405020304" pitchFamily="18" typeface="Times New Roman"/>
                <a:cs charset="0" panose="02020603050405020304" pitchFamily="18" typeface="Times New Roman"/>
              </a:rPr>
              <a:t>A → ε (Where A is a variable in </a:t>
            </a:r>
            <a:r>
              <a:rPr b="0" dirty="0" i="0" lang="en-US" sz="2000">
                <a:solidFill>
                  <a:schemeClr val="tx1"/>
                </a:solidFill>
                <a:effectLst/>
                <a:latin charset="0" panose="02020603050405020304" pitchFamily="18" typeface="Times New Roman"/>
                <a:cs charset="0" panose="02020603050405020304" pitchFamily="18" typeface="Times New Roman"/>
              </a:rPr>
              <a:t>V </a:t>
            </a:r>
            <a:r>
              <a:rPr b="0" dirty="0" i="0" lang="en-US" sz="2400">
                <a:solidFill>
                  <a:schemeClr val="tx1"/>
                </a:solidFill>
                <a:effectLst/>
                <a:latin charset="0" panose="02020603050405020304" pitchFamily="18" typeface="Times New Roman"/>
                <a:cs charset="0" panose="02020603050405020304" pitchFamily="18" typeface="Times New Roman"/>
              </a:rPr>
              <a:t>and ε is the empty string)</a:t>
            </a:r>
            <a:r>
              <a:rPr dirty="0" lang="en-US" sz="2400">
                <a:solidFill>
                  <a:schemeClr val="tx1"/>
                </a:solidFill>
                <a:latin charset="0" panose="02020603050405020304" pitchFamily="18" typeface="Times New Roman"/>
                <a:cs charset="0" panose="02020603050405020304" pitchFamily="18" typeface="Times New Roman"/>
              </a:rPr>
              <a:t> </a:t>
            </a:r>
            <a:br>
              <a:rPr dirty="0" lang="en-US" sz="2400">
                <a:solidFill>
                  <a:schemeClr val="tx1"/>
                </a:solidFill>
                <a:latin charset="0" panose="02020603050405020304" pitchFamily="18" typeface="Times New Roman"/>
                <a:cs charset="0" panose="02020603050405020304" pitchFamily="18" typeface="Times New Roman"/>
              </a:rPr>
            </a:br>
            <a:endParaRPr dirty="0" lang="en-US" sz="2400">
              <a:solidFill>
                <a:schemeClr val="tx1"/>
              </a:solidFill>
              <a:latin charset="0" panose="02020603050405020304" pitchFamily="18" typeface="Times New Roman"/>
              <a:cs charset="0" panose="02020603050405020304" pitchFamily="18" typeface="Times New Roman"/>
            </a:endParaRPr>
          </a:p>
          <a:p>
            <a:pPr>
              <a:buFont charset="0" panose="020B0604020202020204" pitchFamily="34" typeface="Arial"/>
              <a:buChar char="•"/>
            </a:pPr>
            <a:endParaRPr dirty="0" lang="en-US" sz="2200">
              <a:solidFill>
                <a:schemeClr val="tx1"/>
              </a:solidFill>
              <a:latin charset="0" panose="02020603050405020304" pitchFamily="18" typeface="Times New Roman"/>
              <a:cs charset="0" panose="02020603050405020304" pitchFamily="18" typeface="Times New Roman"/>
            </a:endParaRPr>
          </a:p>
          <a:p>
            <a:pPr indent="0" marL="0">
              <a:buNone/>
            </a:pPr>
            <a:r>
              <a:rPr dirty="0" i="1" lang="en-US" sz="2400">
                <a:solidFill>
                  <a:srgbClr val="FF0000"/>
                </a:solidFill>
                <a:latin charset="0" panose="02020603050405020304" pitchFamily="18" typeface="Times New Roman"/>
                <a:cs charset="0" panose="02020603050405020304" pitchFamily="18" typeface="Times New Roman"/>
              </a:rPr>
              <a:t>LLG is not directly compatible with DFA/NFA but can be converted to RLG.</a:t>
            </a:r>
            <a:endParaRPr altLang="en-IN" dirty="0" i="1" lang="en-IN" sz="2400">
              <a:solidFill>
                <a:srgbClr val="FF0000"/>
              </a:solidFill>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412824364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6" st="6"/>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AC9A1-37CA-8B5B-B6DB-EF4E9D9B85AA}"/>
              </a:ext>
            </a:extLst>
          </p:cNvPr>
          <p:cNvSpPr>
            <a:spLocks noGrp="1"/>
          </p:cNvSpPr>
          <p:nvPr>
            <p:ph type="title"/>
          </p:nvPr>
        </p:nvSpPr>
        <p:spPr/>
        <p:txBody>
          <a:bodyPr numCol="1"/>
          <a:lstStyle/>
          <a:p>
            <a:r>
              <a:rPr altLang="en-IN" dirty="0" lang="en-IN">
                <a:solidFill>
                  <a:schemeClr val="tx1"/>
                </a:solidFill>
                <a:latin charset="0" panose="02020603050405020304" pitchFamily="18" typeface="Times New Roman"/>
                <a:cs charset="0" panose="02020603050405020304" pitchFamily="18" typeface="Times New Roman"/>
              </a:rPr>
              <a:t>Regular grammars</a:t>
            </a:r>
          </a:p>
        </p:txBody>
      </p:sp>
      <p:sp>
        <p:nvSpPr>
          <p:cNvPr id="3" name="Content Placeholder 2">
            <a:extLst>
              <a:ext uri="{FF2B5EF4-FFF2-40B4-BE49-F238E27FC236}">
                <a16:creationId xmlns:a16="http://schemas.microsoft.com/office/drawing/2014/main" id="{9AFF75D8-7A07-842A-F158-F601D383F25C}"/>
              </a:ext>
            </a:extLst>
          </p:cNvPr>
          <p:cNvSpPr>
            <a:spLocks noGrp="1"/>
          </p:cNvSpPr>
          <p:nvPr>
            <p:ph idx="1"/>
          </p:nvPr>
        </p:nvSpPr>
        <p:spPr/>
        <p:txBody>
          <a:bodyPr numCol="1">
            <a:normAutofit/>
          </a:bodyPr>
          <a:lstStyle/>
          <a:p>
            <a:pPr indent="-457200" marL="469264" marR="5080">
              <a:lnSpc>
                <a:spcPct val="150000"/>
              </a:lnSpc>
              <a:spcBef>
                <a:spcPts val="100"/>
              </a:spcBef>
              <a:buFont charset="0" panose="020B0604020202020204" pitchFamily="34" typeface="Arial"/>
              <a:buChar char="•"/>
            </a:pPr>
            <a:r>
              <a:rPr dirty="0" lang="en-US" sz="2200">
                <a:solidFill>
                  <a:schemeClr val="tx1"/>
                </a:solidFill>
                <a:latin charset="0" panose="02020603050405020304" pitchFamily="18" typeface="Times New Roman"/>
                <a:cs charset="0" panose="02020603050405020304" pitchFamily="18" typeface="Times New Roman"/>
              </a:rPr>
              <a:t>A Regular Grammar is one that is either Right Linear or Left Linear but not both at the same time</a:t>
            </a:r>
          </a:p>
          <a:p>
            <a:pPr indent="-457200" marL="469264" marR="5080">
              <a:lnSpc>
                <a:spcPct val="150000"/>
              </a:lnSpc>
              <a:spcBef>
                <a:spcPts val="100"/>
              </a:spcBef>
              <a:buFont charset="0" panose="020B0604020202020204" pitchFamily="34" typeface="Arial"/>
              <a:buChar char="•"/>
            </a:pPr>
            <a:r>
              <a:rPr dirty="0" lang="en-US" sz="2200">
                <a:solidFill>
                  <a:schemeClr val="tx1"/>
                </a:solidFill>
                <a:latin charset="0" panose="02020603050405020304" pitchFamily="18" typeface="Times New Roman"/>
                <a:cs charset="0" panose="02020603050405020304" pitchFamily="18" typeface="Times New Roman"/>
              </a:rPr>
              <a:t>At most ONE VARIABLE on right side of any production.</a:t>
            </a:r>
          </a:p>
          <a:p>
            <a:pPr indent="-457200" marL="469264" marR="5080">
              <a:lnSpc>
                <a:spcPct val="150000"/>
              </a:lnSpc>
              <a:spcBef>
                <a:spcPts val="100"/>
              </a:spcBef>
              <a:buFont charset="0" panose="020B0604020202020204" pitchFamily="34" typeface="Arial"/>
              <a:buChar char="•"/>
            </a:pPr>
            <a:r>
              <a:rPr dirty="0" lang="en-US" sz="2200">
                <a:solidFill>
                  <a:schemeClr val="tx1"/>
                </a:solidFill>
                <a:latin charset="0" panose="02020603050405020304" pitchFamily="18" typeface="Times New Roman"/>
                <a:cs charset="0" panose="02020603050405020304" pitchFamily="18" typeface="Times New Roman"/>
              </a:rPr>
              <a:t>The variable must consistently be either the rightmost or leftmost symbol of the right side of any production.</a:t>
            </a:r>
          </a:p>
        </p:txBody>
      </p:sp>
    </p:spTree>
    <p:extLst>
      <p:ext uri="{BB962C8B-B14F-4D97-AF65-F5344CB8AC3E}">
        <p14:creationId xmlns:p14="http://schemas.microsoft.com/office/powerpoint/2010/main" val="295267559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2A4E52-4D2C-B462-38ED-3D5D2749ACAA}"/>
              </a:ext>
            </a:extLst>
          </p:cNvPr>
          <p:cNvSpPr txBox="1"/>
          <p:nvPr/>
        </p:nvSpPr>
        <p:spPr>
          <a:xfrm>
            <a:off x="808672" y="464702"/>
            <a:ext cx="10975657" cy="2510944"/>
          </a:xfrm>
          <a:prstGeom prst="rect">
            <a:avLst/>
          </a:prstGeom>
          <a:noFill/>
        </p:spPr>
        <p:txBody>
          <a:bodyPr numCol="1" wrap="square">
            <a:spAutoFit/>
          </a:bodyPr>
          <a:lstStyle/>
          <a:p>
            <a:pPr algn="l" defTabSz="457200" eaLnBrk="1" hangingPunct="1" indent="0" latinLnBrk="0" lvl="0" marL="50800" marR="0" rtl="0">
              <a:lnSpc>
                <a:spcPct val="100000"/>
              </a:lnSpc>
              <a:spcBef>
                <a:spcPts val="100"/>
              </a:spcBef>
              <a:spcAft>
                <a:spcPts val="0"/>
              </a:spcAft>
              <a:buClrTx/>
              <a:buSzTx/>
              <a:buFontTx/>
              <a:buNone/>
              <a:tabLst>
                <a:tab algn="l" pos="297180"/>
              </a:tabLst>
              <a:defRPr/>
            </a:pPr>
            <a:r>
              <a:rPr b="1" baseline="0" cap="none" dirty="0" i="0" kern="1200" kumimoji="0" lang="en-US" noProof="0" normalizeH="0" spc="16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Example</a:t>
            </a:r>
            <a:r>
              <a:rPr b="1" baseline="0" cap="none" dirty="0" i="0" kern="1200" kumimoji="0" lang="en-US" noProof="0" normalizeH="0" spc="1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1:</a:t>
            </a:r>
            <a:endPar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50800" marR="17780" rtl="0">
              <a:lnSpc>
                <a:spcPct val="100000"/>
              </a:lnSpc>
              <a:spcBef>
                <a:spcPts val="1400"/>
              </a:spcBef>
              <a:spcAft>
                <a:spcPts val="0"/>
              </a:spcAft>
              <a:buClrTx/>
              <a:buSzTx/>
              <a:buFontTx/>
              <a:buNone/>
              <a:tabLst/>
              <a:defRPr/>
            </a:pPr>
            <a:r>
              <a:rPr b="1" baseline="0" cap="none" dirty="0" i="0" kern="1200" kumimoji="0" lang="en-US" noProof="0" normalizeH="0" spc="17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The</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G1</a:t>
            </a:r>
            <a:r>
              <a:rPr b="1" baseline="0" cap="none" dirty="0" i="0" kern="1200" kumimoji="0" lang="en-US"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4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2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5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3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5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b="1" baseline="0" cap="none" dirty="0" i="0" kern="1200" kumimoji="0" lang="en-US"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3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7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P</a:t>
            </a:r>
            <a:r>
              <a:rPr b="1" baseline="0" cap="none" dirty="0" i="0" kern="1200" kumimoji="0" lang="en-US"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2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with</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7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P</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6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is </a:t>
            </a:r>
            <a:r>
              <a:rPr b="1" baseline="0" cap="none" dirty="0" i="0" kern="1200" kumimoji="0" lang="en-US" noProof="0" normalizeH="0" spc="17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given</a:t>
            </a:r>
            <a:r>
              <a:rPr b="1" baseline="0" cap="none" dirty="0" i="0" kern="1200" kumimoji="0" lang="en-US"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as</a:t>
            </a:r>
            <a:endPar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965200" marR="0" rtl="0">
              <a:lnSpc>
                <a:spcPct val="100000"/>
              </a:lnSpc>
              <a:spcBef>
                <a:spcPts val="1400"/>
              </a:spcBef>
              <a:spcAft>
                <a:spcPts val="0"/>
              </a:spcAft>
              <a:buClrTx/>
              <a:buSzTx/>
              <a:buFontTx/>
              <a:buNone/>
              <a:tabLst/>
              <a:defRPr/>
            </a:pPr>
            <a:r>
              <a:rPr b="1" baseline="0" cap="none" dirty="0" i="0" kern="1200" kumimoji="0" lang="en-US" noProof="0" normalizeH="0" spc="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b="1" baseline="0" cap="none" dirty="0" i="0" kern="1200" kumimoji="0" lang="en-US"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3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2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lang="en-US"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b="1" baseline="0" cap="none" dirty="0" i="0" kern="1200" kumimoji="0" lang="en-US"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b="1" baseline="0" cap="none" dirty="0" i="0" kern="1200" kumimoji="0" lang="en-US"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5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16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endPar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50800" marR="1633855" rtl="0">
              <a:lnSpc>
                <a:spcPct val="164800"/>
              </a:lnSpc>
              <a:spcBef>
                <a:spcPts val="0"/>
              </a:spcBef>
              <a:spcAft>
                <a:spcPts val="0"/>
              </a:spcAft>
              <a:buClrTx/>
              <a:buSzTx/>
              <a:buFontTx/>
              <a:buNone/>
              <a:tabLst/>
              <a:defRPr/>
            </a:pP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The</a:t>
            </a:r>
            <a:r>
              <a:rPr b="0" baseline="0" cap="none" dirty="0" i="0" kern="1200" kumimoji="0" lang="en-US" noProof="0" normalizeH="0" spc="7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6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above</a:t>
            </a:r>
            <a:r>
              <a:rPr b="0" baseline="0" cap="none" dirty="0" i="0" kern="1200" kumimoji="0" lang="en-US" noProof="0" normalizeH="0" spc="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r>
              <a:rPr b="0" baseline="0" cap="none" dirty="0" i="0" kern="1200" kumimoji="0" lang="en-US"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0" baseline="0" cap="none" dirty="0" i="0" kern="1200" kumimoji="0" lang="en-US" noProof="0" normalizeH="0" spc="7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5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Right-</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Linear</a:t>
            </a:r>
            <a:r>
              <a:rPr b="0" baseline="0" cap="none" dirty="0" i="0" kern="1200" kumimoji="0" lang="en-US"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It</a:t>
            </a:r>
            <a:r>
              <a:rPr b="0" baseline="0" cap="none" dirty="0" i="0" kern="1200" kumimoji="0" lang="en-US"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0" baseline="0" cap="none" dirty="0" i="0" kern="1200" kumimoji="0" lang="en-US" noProof="0" normalizeH="0" spc="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also</a:t>
            </a:r>
            <a:r>
              <a:rPr b="0" baseline="0" cap="none" dirty="0" i="0" kern="1200" kumimoji="0" lang="en-US"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Regular</a:t>
            </a:r>
            <a:r>
              <a:rPr b="0" baseline="0" cap="none" dirty="0" i="0" kern="1200" kumimoji="0" lang="en-US" noProof="0" normalizeH="0" spc="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endPar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50800" marR="0" rtl="0">
              <a:lnSpc>
                <a:spcPct val="100000"/>
              </a:lnSpc>
              <a:spcBef>
                <a:spcPts val="2480"/>
              </a:spcBef>
              <a:spcAft>
                <a:spcPts val="0"/>
              </a:spcAft>
              <a:buClrTx/>
              <a:buSzTx/>
              <a:buFontTx/>
              <a:buNone/>
              <a:tabLst/>
              <a:defRPr/>
            </a:pP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The</a:t>
            </a:r>
            <a:r>
              <a:rPr b="0" baseline="0" cap="none" dirty="0" i="0" kern="1200" kumimoji="0" lang="en-US" noProof="0" normalizeH="0" spc="6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derivation</a:t>
            </a:r>
            <a:r>
              <a:rPr b="0" baseline="0" cap="none" dirty="0" i="0" kern="1200" kumimoji="0" lang="en-US" noProof="0" normalizeH="0" spc="7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of</a:t>
            </a:r>
            <a:r>
              <a:rPr b="0" baseline="0" cap="none" dirty="0" i="0" kern="1200" kumimoji="0" lang="en-US" noProof="0" normalizeH="0" spc="7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the</a:t>
            </a:r>
            <a:r>
              <a:rPr b="0" baseline="0" cap="none" dirty="0" i="0" kern="1200" kumimoji="0" lang="en-US" noProof="0" normalizeH="0" spc="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string</a:t>
            </a:r>
            <a:r>
              <a:rPr b="0" baseline="0" cap="none" dirty="0" i="0" kern="1200" kumimoji="0" lang="en-US" noProof="0" normalizeH="0" spc="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aba</a:t>
            </a:r>
            <a:r>
              <a:rPr b="0" baseline="0" cap="none" dirty="0" i="0" kern="1200" kumimoji="0" lang="en-US" noProof="0" normalizeH="0" spc="7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0" baseline="0" cap="none" dirty="0" i="0" kern="1200" kumimoji="0" lang="en-US" noProof="0" normalizeH="0" spc="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as follow:</a:t>
            </a:r>
            <a:endParaRPr b="0" baseline="-30864" cap="none" dirty="0" i="0" kern="1200" kumimoji="0" lang="en-US" noProof="0" normalizeH="0" spc="0" strike="noStrike" sz="2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
        <p:nvSpPr>
          <p:cNvPr id="4" name="object 5">
            <a:extLst>
              <a:ext uri="{FF2B5EF4-FFF2-40B4-BE49-F238E27FC236}">
                <a16:creationId xmlns:a16="http://schemas.microsoft.com/office/drawing/2014/main" id="{12EC23F1-55B8-5D46-B1D6-F965197151B0}"/>
              </a:ext>
            </a:extLst>
          </p:cNvPr>
          <p:cNvSpPr txBox="1"/>
          <p:nvPr/>
        </p:nvSpPr>
        <p:spPr>
          <a:xfrm>
            <a:off x="3952748" y="2951543"/>
            <a:ext cx="1297940" cy="1369606"/>
          </a:xfrm>
          <a:prstGeom prst="rect">
            <a:avLst/>
          </a:prstGeom>
        </p:spPr>
        <p:txBody>
          <a:bodyPr bIns="0" lIns="0" numCol="1" rIns="0" rtlCol="0" tIns="149860" vert="horz" wrap="square">
            <a:spAutoFit/>
          </a:bodyPr>
          <a:lstStyle/>
          <a:p>
            <a:pPr algn="l" defTabSz="457200" eaLnBrk="1" hangingPunct="1" indent="0" latinLnBrk="0" lvl="0" marL="12700" marR="0" rtl="0">
              <a:lnSpc>
                <a:spcPct val="100000"/>
              </a:lnSpc>
              <a:spcBef>
                <a:spcPts val="1180"/>
              </a:spcBef>
              <a:spcAft>
                <a:spcPts val="0"/>
              </a:spcAft>
              <a:buClrTx/>
              <a:buSzTx/>
              <a:buFontTx/>
              <a:buNone/>
              <a:tabLst/>
              <a:defRPr/>
            </a:pPr>
            <a:r>
              <a:rPr altLang="en-IN" b="0" baseline="0" cap="none" dirty="0" i="0" kern="1200" kumimoji="0" lang="en-IN" noProof="0" normalizeH="0" spc="1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altLang="en-IN" b="0" baseline="0" cap="none" dirty="0" i="0" kern="1200" kumimoji="0" lang="en-IN"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altLang="en-IN" b="0" baseline="0" cap="none" dirty="0" i="0" kern="1200" kumimoji="0" lang="en-IN" noProof="0" normalizeH="0" spc="-1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altLang="en-IN" b="0" baseline="0" cap="none" dirty="0" i="0" kern="1200" kumimoji="0" lang="en-IN"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altLang="en-IN" b="0" baseline="0" cap="none" dirty="0" i="0" kern="1200" kumimoji="0" lang="en-IN"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altLang="en-IN" b="0" baseline="0" cap="none" dirty="0" i="0" kern="1200" kumimoji="0" lang="en-IN"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altLang="en-IN" b="0" baseline="0" cap="none" dirty="0" i="0" kern="1200" kumimoji="0" lang="en-IN"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altLang="en-IN" b="0" baseline="0" cap="none" dirty="0" i="0" kern="1200" kumimoji="0" lang="en-IN"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altLang="en-IN" b="0" baseline="0" cap="none" dirty="0" i="0" kern="1200" kumimoji="0" lang="en-IN" noProof="0" normalizeH="0" spc="114"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endParaRPr b="0" baseline="-30864" cap="none" dirty="0" i="0" kern="1200" kumimoji="0" lang="en-US" noProof="0" normalizeH="0" spc="172" strike="noStrike" sz="24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2700" marR="0" rtl="0">
              <a:lnSpc>
                <a:spcPct val="100000"/>
              </a:lnSpc>
              <a:spcBef>
                <a:spcPts val="1180"/>
              </a:spcBef>
              <a:spcAft>
                <a:spcPts val="0"/>
              </a:spcAft>
              <a:buClrTx/>
              <a:buSzTx/>
              <a:buFontTx/>
              <a:buNone/>
              <a:tabLst/>
              <a:defRPr/>
            </a:pPr>
            <a:r>
              <a:rPr b="0" baseline="0" cap="none" dirty="0" i="0" kern="1200" kumimoji="0" noProof="0" normalizeH="0" spc="-1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0" baseline="0" cap="none" dirty="0" i="0" kern="1200" kumimoji="0"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 </a:t>
            </a:r>
            <a:r>
              <a:rPr b="0" baseline="0" cap="none" dirty="0" i="0" kern="1200" kumimoji="0"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 </a:t>
            </a:r>
            <a:r>
              <a:rPr b="0" baseline="0" cap="none" dirty="0" i="0" kern="1200" kumimoji="0" noProof="0" normalizeH="0" spc="114"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endPar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2700" marR="0" rtl="0">
              <a:lnSpc>
                <a:spcPct val="100000"/>
              </a:lnSpc>
              <a:spcBef>
                <a:spcPts val="1080"/>
              </a:spcBef>
              <a:spcAft>
                <a:spcPts val="0"/>
              </a:spcAft>
              <a:buClrTx/>
              <a:buSzTx/>
              <a:buFontTx/>
              <a:buNone/>
              <a:tabLst/>
              <a:defRPr/>
            </a:pPr>
            <a:r>
              <a:rPr b="0" baseline="0" cap="none" dirty="0" i="0" kern="1200" kumimoji="0" noProof="0" normalizeH="0" spc="-1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0" baseline="0" cap="none" dirty="0" i="0" kern="1200" kumimoji="0"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 </a:t>
            </a:r>
            <a:r>
              <a:rPr b="0" baseline="0" cap="none" dirty="0" i="0" kern="1200" kumimoji="0"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 </a:t>
            </a:r>
            <a:r>
              <a:rPr b="0" baseline="0" cap="none" dirty="0" i="0" kern="1200" kumimoji="0"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endPar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
        <p:nvSpPr>
          <p:cNvPr id="6" name="TextBox 5">
            <a:extLst>
              <a:ext uri="{FF2B5EF4-FFF2-40B4-BE49-F238E27FC236}">
                <a16:creationId xmlns:a16="http://schemas.microsoft.com/office/drawing/2014/main" id="{1DEF8534-662D-D64E-E334-EFD091AE0154}"/>
              </a:ext>
            </a:extLst>
          </p:cNvPr>
          <p:cNvSpPr txBox="1"/>
          <p:nvPr/>
        </p:nvSpPr>
        <p:spPr>
          <a:xfrm>
            <a:off x="1014413" y="4681092"/>
            <a:ext cx="10320146" cy="1010533"/>
          </a:xfrm>
          <a:prstGeom prst="rect">
            <a:avLst/>
          </a:prstGeom>
          <a:noFill/>
        </p:spPr>
        <p:txBody>
          <a:bodyPr numCol="1" wrap="square">
            <a:spAutoFit/>
          </a:bodyPr>
          <a:lstStyle/>
          <a:p>
            <a:pPr algn="l" defTabSz="457200" eaLnBrk="1" hangingPunct="1" indent="0" latinLnBrk="0" lvl="0" marL="12700" marR="0" rtl="0">
              <a:lnSpc>
                <a:spcPct val="100000"/>
              </a:lnSpc>
              <a:spcBef>
                <a:spcPts val="1180"/>
              </a:spcBef>
              <a:spcAft>
                <a:spcPts val="0"/>
              </a:spcAft>
              <a:buClrTx/>
              <a:buSzTx/>
              <a:buFontTx/>
              <a:buNone/>
              <a:tabLst/>
              <a:defRPr/>
            </a:pPr>
            <a:r>
              <a:rPr b="0" baseline="0" cap="none" dirty="0" i="0" kern="1200" kumimoji="0" lang="en-US" noProof="0" normalizeH="0" spc="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L(G1)</a:t>
            </a:r>
            <a:r>
              <a:rPr b="0"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5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can</a:t>
            </a:r>
            <a:r>
              <a:rPr b="0" baseline="0" cap="none" dirty="0" i="0" kern="1200" kumimoji="0" lang="en-US" noProof="0" normalizeH="0" spc="1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be</a:t>
            </a:r>
            <a:r>
              <a:rPr b="0"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represented</a:t>
            </a:r>
            <a:r>
              <a:rPr b="0"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as</a:t>
            </a:r>
            <a:r>
              <a:rPr b="0" baseline="0" cap="none" dirty="0" i="0" kern="1200" kumimoji="0" lang="en-US"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Regular</a:t>
            </a:r>
            <a:r>
              <a:rPr b="0" baseline="0" cap="none" dirty="0" i="0" kern="1200" kumimoji="0" lang="en-US" noProof="0" normalizeH="0" spc="1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Expression</a:t>
            </a:r>
            <a:r>
              <a:rPr b="0" baseline="0" cap="none" dirty="0" i="0" kern="1200" kumimoji="0" lang="en-US"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as</a:t>
            </a:r>
            <a:endPar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927100" marR="0" rtl="0">
              <a:lnSpc>
                <a:spcPct val="100000"/>
              </a:lnSpc>
              <a:spcBef>
                <a:spcPts val="1440"/>
              </a:spcBef>
              <a:spcAft>
                <a:spcPts val="0"/>
              </a:spcAft>
              <a:buClrTx/>
              <a:buSzTx/>
              <a:buFontTx/>
              <a:buNone/>
              <a:tabLst/>
              <a:defRPr/>
            </a:pPr>
            <a:r>
              <a:rPr b="1" baseline="0" cap="none" dirty="0" i="0" kern="1200" kumimoji="0" lang="en-US" noProof="0" normalizeH="0" spc="240"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r</a:t>
            </a:r>
            <a:r>
              <a:rPr b="1" baseline="0" cap="none" dirty="0" i="0" kern="1200" kumimoji="0" lang="en-US" noProof="0" normalizeH="0" spc="170"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600"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75"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295"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70"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280"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lang="en-US" noProof="0" normalizeH="0" spc="165"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245"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b</a:t>
            </a:r>
            <a:r>
              <a:rPr b="1" baseline="0" cap="none" dirty="0" i="0" kern="1200" kumimoji="0" lang="en-US" noProof="0" normalizeH="0" spc="165"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300"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lang="en-US" noProof="0" normalizeH="0" spc="180"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lang="en-US" noProof="0" normalizeH="0" spc="229"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rPr>
              <a:t>a</a:t>
            </a:r>
            <a:endParaRPr b="0" baseline="0" cap="none" dirty="0" i="0" kern="1200" kumimoji="0" lang="en-US" noProof="0" normalizeH="0" spc="0" strike="noStrike" sz="2800" u="none">
              <a:ln>
                <a:noFill/>
              </a:ln>
              <a:solidFill>
                <a:srgbClr val="FF0000"/>
              </a:solidFill>
              <a:effectLst/>
              <a:uLnTx/>
              <a:uFillTx/>
              <a:latin charset="0" panose="02020603050405020304" pitchFamily="18" typeface="Times New Roman"/>
              <a:ea typeface="+mn-ea"/>
              <a:cs charset="0" panose="02020603050405020304" pitchFamily="18" typeface="Times New Roman"/>
            </a:endParaRPr>
          </a:p>
        </p:txBody>
      </p:sp>
      <p:sp>
        <p:nvSpPr>
          <p:cNvPr id="8" name="TextBox 7">
            <a:extLst>
              <a:ext uri="{FF2B5EF4-FFF2-40B4-BE49-F238E27FC236}">
                <a16:creationId xmlns:a16="http://schemas.microsoft.com/office/drawing/2014/main" id="{8B988579-7146-14CD-3C7E-7EA948C8F51B}"/>
              </a:ext>
            </a:extLst>
          </p:cNvPr>
          <p:cNvSpPr txBox="1"/>
          <p:nvPr/>
        </p:nvSpPr>
        <p:spPr>
          <a:xfrm>
            <a:off x="1014413" y="3060207"/>
            <a:ext cx="2357437" cy="848950"/>
          </a:xfrm>
          <a:prstGeom prst="rect">
            <a:avLst/>
          </a:prstGeom>
          <a:noFill/>
        </p:spPr>
        <p:txBody>
          <a:bodyPr numCol="1" wrap="square">
            <a:spAutoFit/>
          </a:bodyPr>
          <a:lstStyle/>
          <a:p>
            <a:pPr algn="l" defTabSz="457200" eaLnBrk="1" hangingPunct="1" indent="0" latinLnBrk="0" lvl="0" marL="12700" marR="0" rtl="0">
              <a:lnSpc>
                <a:spcPct val="100000"/>
              </a:lnSpc>
              <a:spcBef>
                <a:spcPts val="1180"/>
              </a:spcBef>
              <a:spcAft>
                <a:spcPts val="0"/>
              </a:spcAft>
              <a:buClrTx/>
              <a:buSzTx/>
              <a:buFontTx/>
              <a:buNone/>
              <a:tabLst/>
              <a:defRPr/>
            </a:pPr>
            <a:r>
              <a:rPr altLang="en-IN" b="0" baseline="0" cap="none" dirty="0" i="0" kern="1200" kumimoji="0" lang="en-IN" noProof="0" normalizeH="0" spc="1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altLang="en-IN" b="0" baseline="0" cap="none" dirty="0" i="0" kern="1200" kumimoji="0" lang="en-IN"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altLang="en-IN" b="0" baseline="0" cap="none" dirty="0" i="0" kern="1200" kumimoji="0" lang="en-IN" noProof="0" normalizeH="0" spc="-1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altLang="en-IN" b="0" baseline="0" cap="none" dirty="0" i="0" kern="1200" kumimoji="0" lang="en-IN"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altLang="en-IN" b="0" baseline="0" cap="none" dirty="0" i="0" kern="1200" kumimoji="0" lang="en-IN"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altLang="en-IN" b="0" baseline="0" cap="none" dirty="0" i="0" kern="1200" kumimoji="0" lang="en-IN"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altLang="en-IN" b="0" baseline="0" cap="none" dirty="0" i="0" kern="1200" kumimoji="0" lang="en-IN"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altLang="en-IN" b="0" baseline="0" cap="none" dirty="0" i="0" kern="1200" kumimoji="0" lang="en-IN"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altLang="en-IN" b="0" baseline="0" cap="none" dirty="0" i="0" kern="1200" kumimoji="0" lang="en-IN" noProof="0" normalizeH="0" spc="114"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endParaRPr altLang="en-IN" b="0" baseline="0" cap="none" dirty="0" i="0" kern="1200" kumimoji="0" lang="en-IN"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58750" marR="0" rtl="0">
              <a:lnSpc>
                <a:spcPct val="100000"/>
              </a:lnSpc>
              <a:spcBef>
                <a:spcPts val="1080"/>
              </a:spcBef>
              <a:spcAft>
                <a:spcPts val="0"/>
              </a:spcAft>
              <a:buClrTx/>
              <a:buSzTx/>
              <a:buFontTx/>
              <a:buNone/>
              <a:tabLst/>
              <a:defRPr/>
            </a:pPr>
            <a:r>
              <a:rPr altLang="en-IN" b="0" baseline="0" cap="none" dirty="0" i="0" kern="1200" kumimoji="0" lang="en-IN" noProof="0" normalizeH="0" spc="-1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altLang="en-IN" b="0" baseline="0" cap="none" dirty="0" i="0" kern="1200" kumimoji="0" lang="en-IN"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altLang="en-IN" b="0" baseline="0" cap="none" dirty="0" i="0" kern="1200" kumimoji="0" lang="en-IN"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altLang="en-IN" b="0" baseline="0" cap="none" dirty="0" i="0" kern="1200" kumimoji="0" lang="en-IN"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altLang="en-IN" b="0" baseline="0" cap="none" dirty="0" i="0" kern="1200" kumimoji="0" lang="en-IN"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 </a:t>
            </a:r>
            <a:r>
              <a:rPr altLang="en-IN" b="0" baseline="0" cap="none" dirty="0" i="0" kern="1200" kumimoji="0" lang="en-IN"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endParaRPr altLang="en-IN" b="0" baseline="0" cap="none" dirty="0" i="0" kern="1200" kumimoji="0" lang="en-IN"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Tree>
    <p:extLst>
      <p:ext uri="{BB962C8B-B14F-4D97-AF65-F5344CB8AC3E}">
        <p14:creationId xmlns:p14="http://schemas.microsoft.com/office/powerpoint/2010/main" val="291959823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1" presetSubtype="0">
                                  <p:stCondLst>
                                    <p:cond delay="0"/>
                                  </p:stCondLst>
                                  <p:childTnLst>
                                    <p:set>
                                      <p:cBhvr>
                                        <p:cTn dur="1" fill="hold" id="22">
                                          <p:stCondLst>
                                            <p:cond delay="0"/>
                                          </p:stCondLst>
                                        </p:cTn>
                                        <p:tgtEl>
                                          <p:spTgt spid="8"/>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1" presetSubtype="0">
                                  <p:stCondLst>
                                    <p:cond delay="0"/>
                                  </p:stCondLst>
                                  <p:childTnLst>
                                    <p:set>
                                      <p:cBhvr>
                                        <p:cTn dur="1" fill="hold" id="26">
                                          <p:stCondLst>
                                            <p:cond delay="0"/>
                                          </p:stCondLst>
                                        </p:cTn>
                                        <p:tgtEl>
                                          <p:spTgt spid="4"/>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6">
                                            <p:txEl>
                                              <p:pRg end="0" st="0"/>
                                            </p:txEl>
                                          </p:spTgt>
                                        </p:tgtEl>
                                        <p:attrNameLst>
                                          <p:attrName>style.visibility</p:attrName>
                                        </p:attrNameLst>
                                      </p:cBhvr>
                                      <p:to>
                                        <p:strVal val="visible"/>
                                      </p:to>
                                    </p:set>
                                  </p:childTnLst>
                                </p:cTn>
                              </p:par>
                              <p:par>
                                <p:cTn fill="hold" id="31" nodeType="withEffect" presetClass="entr" presetID="1" presetSubtype="0">
                                  <p:stCondLst>
                                    <p:cond delay="0"/>
                                  </p:stCondLst>
                                  <p:childTnLst>
                                    <p:set>
                                      <p:cBhvr>
                                        <p:cTn dur="1" fill="hold" id="32">
                                          <p:stCondLst>
                                            <p:cond delay="0"/>
                                          </p:stCondLst>
                                        </p:cTn>
                                        <p:tgtEl>
                                          <p:spTgt spid="6">
                                            <p:txEl>
                                              <p:pRg end="1" st="1"/>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8"/>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9B0EA1A9-69E7-8494-B769-D2A9B2CF2CAA}"/>
              </a:ext>
            </a:extLst>
          </p:cNvPr>
          <p:cNvSpPr txBox="1"/>
          <p:nvPr/>
        </p:nvSpPr>
        <p:spPr>
          <a:xfrm>
            <a:off x="654824" y="224815"/>
            <a:ext cx="1534795" cy="289182"/>
          </a:xfrm>
          <a:prstGeom prst="rect">
            <a:avLst/>
          </a:prstGeom>
        </p:spPr>
        <p:txBody>
          <a:bodyPr bIns="0" lIns="0" numCol="1" rIns="0" rtlCol="0" tIns="12065" vert="horz" wrap="square">
            <a:spAutoFit/>
          </a:bodyPr>
          <a:lstStyle/>
          <a:p>
            <a:pPr algn="l" defTabSz="457200" eaLnBrk="1" hangingPunct="1" indent="0" latinLnBrk="0" lvl="0" marL="12700" marR="0" rtl="0">
              <a:lnSpc>
                <a:spcPct val="100000"/>
              </a:lnSpc>
              <a:spcBef>
                <a:spcPts val="95"/>
              </a:spcBef>
              <a:spcAft>
                <a:spcPts val="0"/>
              </a:spcAft>
              <a:buClrTx/>
              <a:buSzTx/>
              <a:buFontTx/>
              <a:buNone/>
              <a:tabLst>
                <a:tab algn="l" pos="259079"/>
              </a:tabLst>
              <a:defRPr/>
            </a:pPr>
            <a:r>
              <a:rPr b="1" baseline="0" cap="none" dirty="0" i="0" kern="1200" kumimoji="0" noProof="0" normalizeH="0" spc="14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Example</a:t>
            </a:r>
            <a:r>
              <a:rPr b="1" baseline="0" cap="none" dirty="0" i="0" kern="1200" kumimoji="0" noProof="0" normalizeH="0" spc="114"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3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2:</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
        <p:nvSpPr>
          <p:cNvPr id="4" name="object 4">
            <a:extLst>
              <a:ext uri="{FF2B5EF4-FFF2-40B4-BE49-F238E27FC236}">
                <a16:creationId xmlns:a16="http://schemas.microsoft.com/office/drawing/2014/main" id="{A429E809-E4F4-26BF-2CDF-3265AAB0DE9C}"/>
              </a:ext>
            </a:extLst>
          </p:cNvPr>
          <p:cNvSpPr txBox="1"/>
          <p:nvPr/>
        </p:nvSpPr>
        <p:spPr>
          <a:xfrm>
            <a:off x="665428" y="637445"/>
            <a:ext cx="9609316" cy="2019977"/>
          </a:xfrm>
          <a:prstGeom prst="rect">
            <a:avLst/>
          </a:prstGeom>
        </p:spPr>
        <p:txBody>
          <a:bodyPr bIns="0" lIns="0" numCol="1" rIns="0" rtlCol="0" tIns="12700" vert="horz" wrap="square">
            <a:spAutoFit/>
          </a:bodyPr>
          <a:lstStyle/>
          <a:p>
            <a:pPr algn="l" defTabSz="457200" eaLnBrk="1" hangingPunct="1" indent="0" latinLnBrk="0" lvl="0" marL="12700" marR="5080" rtl="0">
              <a:lnSpc>
                <a:spcPct val="149400"/>
              </a:lnSpc>
              <a:spcBef>
                <a:spcPts val="100"/>
              </a:spcBef>
              <a:spcAft>
                <a:spcPts val="0"/>
              </a:spcAft>
              <a:buClrTx/>
              <a:buSzTx/>
              <a:buFontTx/>
              <a:buNone/>
              <a:tabLst/>
              <a:defRPr/>
            </a:pPr>
            <a:r>
              <a:rPr b="1" baseline="0" cap="none" dirty="0" i="0" kern="1200" kumimoji="0" noProof="0" normalizeH="0" spc="14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The</a:t>
            </a:r>
            <a:r>
              <a:rPr b="1"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7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3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G2</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39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0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509"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14"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4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S1,</a:t>
            </a:r>
            <a:r>
              <a:rPr b="1" baseline="0" cap="none" dirty="0" i="0" kern="1200" kumimoji="0" noProof="0" normalizeH="0" spc="12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S2</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33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4"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509"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7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b="1"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33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4"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S,</a:t>
            </a:r>
            <a:r>
              <a:rPr b="1" baseline="0" cap="none" dirty="0" i="0" kern="1200" kumimoji="0" noProof="0" normalizeH="0" spc="12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5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P</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7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with</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5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P</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is </a:t>
            </a:r>
            <a:r>
              <a:rPr b="1" baseline="0" cap="none" dirty="0" i="0" kern="1200" kumimoji="0" noProof="0" normalizeH="0" spc="14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given</a:t>
            </a:r>
            <a:r>
              <a:rPr b="1"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9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as</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927100" marR="0" rtl="0">
              <a:lnSpc>
                <a:spcPct val="100000"/>
              </a:lnSpc>
              <a:spcBef>
                <a:spcPts val="950"/>
              </a:spcBef>
              <a:spcAft>
                <a:spcPts val="0"/>
              </a:spcAft>
              <a:buClrTx/>
              <a:buSzTx/>
              <a:buFontTx/>
              <a:buNone/>
              <a:tabLst/>
              <a:defRPr/>
            </a:pPr>
            <a:r>
              <a:rPr b="1"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b="1"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27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9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S1</a:t>
            </a:r>
            <a:r>
              <a:rPr b="1"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14"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927100" marR="4217035" rtl="0">
              <a:lnSpc>
                <a:spcPct val="149400"/>
              </a:lnSpc>
              <a:spcBef>
                <a:spcPts val="0"/>
              </a:spcBef>
              <a:spcAft>
                <a:spcPts val="0"/>
              </a:spcAft>
              <a:buClrTx/>
              <a:buSzTx/>
              <a:buFontTx/>
              <a:buNone/>
              <a:tabLst/>
              <a:defRPr/>
            </a:pPr>
            <a:r>
              <a:rPr b="1" baseline="0" cap="none" dirty="0" i="0" kern="1200" kumimoji="0" noProof="0" normalizeH="0" spc="1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S1</a:t>
            </a:r>
            <a:r>
              <a:rPr b="1"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27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9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S1</a:t>
            </a:r>
            <a:r>
              <a:rPr b="1" baseline="0" cap="none" dirty="0" i="0" kern="1200" kumimoji="0" noProof="0" normalizeH="0" spc="1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b="1"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3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S2 </a:t>
            </a:r>
            <a:endParaRPr altLang="en-IN" b="1" baseline="0" cap="none" dirty="0" i="0" kern="1200" kumimoji="0" lang="en-IN" noProof="0" normalizeH="0" spc="1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927100" marR="4217035" rtl="0">
              <a:lnSpc>
                <a:spcPct val="149400"/>
              </a:lnSpc>
              <a:spcBef>
                <a:spcPts val="0"/>
              </a:spcBef>
              <a:spcAft>
                <a:spcPts val="0"/>
              </a:spcAft>
              <a:buClrTx/>
              <a:buSzTx/>
              <a:buFontTx/>
              <a:buNone/>
              <a:tabLst/>
              <a:defRPr/>
            </a:pPr>
            <a:r>
              <a:rPr b="1" baseline="0" cap="none" dirty="0" i="0" kern="1200" kumimoji="0" noProof="0" normalizeH="0" spc="1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S2</a:t>
            </a:r>
            <a:r>
              <a:rPr b="1"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27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9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3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2700" marR="2466975" rtl="0">
              <a:lnSpc>
                <a:spcPct val="149400"/>
              </a:lnSpc>
              <a:spcBef>
                <a:spcPts val="0"/>
              </a:spcBef>
              <a:spcAft>
                <a:spcPts val="0"/>
              </a:spcAft>
              <a:buClrTx/>
              <a:buSzTx/>
              <a:buFontTx/>
              <a:buNone/>
              <a:tabLst/>
              <a:defRPr/>
            </a:pP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The</a:t>
            </a:r>
            <a:r>
              <a:rPr b="0" baseline="0" cap="none" dirty="0" i="0" kern="1200" kumimoji="0" noProof="0" normalizeH="0" spc="7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above</a:t>
            </a:r>
            <a:r>
              <a:rPr b="0" baseline="0" cap="none" dirty="0" i="0" kern="1200" kumimoji="0" noProof="0" normalizeH="0" spc="7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r>
              <a:rPr b="0" baseline="0" cap="none" dirty="0" i="0" kern="1200" kumimoji="0" noProof="0" normalizeH="0" spc="7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0" baseline="0" cap="none" dirty="0" i="0" kern="1200" kumimoji="0" noProof="0" normalizeH="0" spc="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3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Left-</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Linear</a:t>
            </a:r>
            <a:r>
              <a:rPr b="0" baseline="0" cap="none" dirty="0" i="0" kern="1200" kumimoji="0" noProof="0" normalizeH="0" spc="7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3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It</a:t>
            </a:r>
            <a:r>
              <a:rPr b="0" baseline="0" cap="none" dirty="0" i="0" kern="1200" kumimoji="0" noProof="0" normalizeH="0" spc="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0" baseline="0" cap="none" dirty="0" i="0" kern="1200" kumimoji="0" noProof="0" normalizeH="0" spc="5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also</a:t>
            </a:r>
            <a:r>
              <a:rPr b="0" baseline="0" cap="none" dirty="0" i="0" kern="1200" kumimoji="0" noProof="0" normalizeH="0" spc="5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Regular</a:t>
            </a:r>
            <a:r>
              <a:rPr b="0" baseline="0" cap="none" dirty="0" i="0" kern="1200" kumimoji="0" noProof="0" normalizeH="0" spc="6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3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
        <p:nvSpPr>
          <p:cNvPr id="5" name="object 5">
            <a:extLst>
              <a:ext uri="{FF2B5EF4-FFF2-40B4-BE49-F238E27FC236}">
                <a16:creationId xmlns:a16="http://schemas.microsoft.com/office/drawing/2014/main" id="{007515F6-B58D-F4ED-6FBA-C076895C6EF0}"/>
              </a:ext>
            </a:extLst>
          </p:cNvPr>
          <p:cNvSpPr txBox="1"/>
          <p:nvPr/>
        </p:nvSpPr>
        <p:spPr>
          <a:xfrm>
            <a:off x="665428" y="2780870"/>
            <a:ext cx="4582160" cy="289182"/>
          </a:xfrm>
          <a:prstGeom prst="rect">
            <a:avLst/>
          </a:prstGeom>
        </p:spPr>
        <p:txBody>
          <a:bodyPr bIns="0" lIns="0" numCol="1" rIns="0" rtlCol="0" tIns="12065" vert="horz" wrap="square">
            <a:spAutoFit/>
          </a:bodyPr>
          <a:lstStyle/>
          <a:p>
            <a:pPr algn="l" defTabSz="457200" eaLnBrk="1" hangingPunct="1" indent="0" latinLnBrk="0" lvl="0" marL="12700" marR="0" rtl="0">
              <a:lnSpc>
                <a:spcPct val="100000"/>
              </a:lnSpc>
              <a:spcBef>
                <a:spcPts val="95"/>
              </a:spcBef>
              <a:spcAft>
                <a:spcPts val="0"/>
              </a:spcAft>
              <a:buClrTx/>
              <a:buSzTx/>
              <a:buFontTx/>
              <a:buNone/>
              <a:tabLst/>
              <a:defRPr/>
            </a:pP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The</a:t>
            </a:r>
            <a:r>
              <a:rPr b="0" baseline="0" cap="none" dirty="0" i="0" kern="1200" kumimoji="0" noProof="0" normalizeH="0" spc="4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derivation</a:t>
            </a:r>
            <a:r>
              <a:rPr b="0" baseline="0" cap="none" dirty="0" i="0" kern="1200" kumimoji="0" noProof="0" normalizeH="0" spc="3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of</a:t>
            </a:r>
            <a:r>
              <a:rPr b="0" baseline="0" cap="none" dirty="0" i="0" kern="1200" kumimoji="0" noProof="0" normalizeH="0" spc="4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the</a:t>
            </a:r>
            <a:r>
              <a:rPr b="0" baseline="0" cap="none" dirty="0" i="0" kern="1200" kumimoji="0" noProof="0" normalizeH="0" spc="4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string</a:t>
            </a:r>
            <a:r>
              <a:rPr b="0" baseline="0" cap="none" dirty="0" i="0" kern="1200" kumimoji="0" noProof="0" normalizeH="0" spc="3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6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aab</a:t>
            </a:r>
            <a:r>
              <a:rPr b="0" baseline="0" cap="none" dirty="0" i="0" kern="1200" kumimoji="0" noProof="0" normalizeH="0" spc="3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0" baseline="0" cap="none" dirty="0" i="0" kern="1200" kumimoji="0" noProof="0" normalizeH="0" spc="4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as</a:t>
            </a:r>
            <a:r>
              <a:rPr b="0" baseline="0" cap="none" dirty="0" i="0" kern="1200" kumimoji="0" noProof="0" normalizeH="0" spc="4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follows:</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
        <p:nvSpPr>
          <p:cNvPr id="6" name="object 6">
            <a:extLst>
              <a:ext uri="{FF2B5EF4-FFF2-40B4-BE49-F238E27FC236}">
                <a16:creationId xmlns:a16="http://schemas.microsoft.com/office/drawing/2014/main" id="{A3E68DE6-F6C5-3F07-0CCD-F03190982102}"/>
              </a:ext>
            </a:extLst>
          </p:cNvPr>
          <p:cNvSpPr txBox="1"/>
          <p:nvPr/>
        </p:nvSpPr>
        <p:spPr>
          <a:xfrm>
            <a:off x="3408628" y="3024525"/>
            <a:ext cx="817244" cy="816249"/>
          </a:xfrm>
          <a:prstGeom prst="rect">
            <a:avLst/>
          </a:prstGeom>
        </p:spPr>
        <p:txBody>
          <a:bodyPr bIns="0" lIns="0" numCol="1" rIns="0" rtlCol="0" tIns="132715" vert="horz" wrap="square">
            <a:spAutoFit/>
          </a:bodyPr>
          <a:lstStyle/>
          <a:p>
            <a:pPr algn="l" defTabSz="457200" eaLnBrk="1" hangingPunct="1" indent="0" latinLnBrk="0" lvl="0" marL="12700" marR="0" rtl="0">
              <a:lnSpc>
                <a:spcPct val="100000"/>
              </a:lnSpc>
              <a:spcBef>
                <a:spcPts val="1045"/>
              </a:spcBef>
              <a:spcAft>
                <a:spcPts val="0"/>
              </a:spcAft>
              <a:buClrTx/>
              <a:buSzTx/>
              <a:buFontTx/>
              <a:buNone/>
              <a:tabLst/>
              <a:defRPr/>
            </a:pP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[Rule</a:t>
            </a:r>
            <a:r>
              <a:rPr b="0" baseline="0" cap="none" dirty="0" i="0" kern="1200" kumimoji="0" noProof="0" normalizeH="0" spc="17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1]</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2700" marR="0" rtl="0">
              <a:lnSpc>
                <a:spcPct val="100000"/>
              </a:lnSpc>
              <a:spcBef>
                <a:spcPts val="950"/>
              </a:spcBef>
              <a:spcAft>
                <a:spcPts val="0"/>
              </a:spcAft>
              <a:buClrTx/>
              <a:buSzTx/>
              <a:buFontTx/>
              <a:buNone/>
              <a:tabLst/>
              <a:defRPr/>
            </a:pP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[Rule</a:t>
            </a:r>
            <a:r>
              <a:rPr b="0" baseline="0" cap="none" dirty="0" i="0" kern="1200" kumimoji="0" noProof="0" normalizeH="0" spc="17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3]</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
        <p:nvSpPr>
          <p:cNvPr id="7" name="object 7">
            <a:extLst>
              <a:ext uri="{FF2B5EF4-FFF2-40B4-BE49-F238E27FC236}">
                <a16:creationId xmlns:a16="http://schemas.microsoft.com/office/drawing/2014/main" id="{83A315CE-912F-DEBE-D76C-9EE55DB15B56}"/>
              </a:ext>
            </a:extLst>
          </p:cNvPr>
          <p:cNvSpPr txBox="1"/>
          <p:nvPr/>
        </p:nvSpPr>
        <p:spPr>
          <a:xfrm>
            <a:off x="1579828" y="3024525"/>
            <a:ext cx="1731645" cy="1221488"/>
          </a:xfrm>
          <a:prstGeom prst="rect">
            <a:avLst/>
          </a:prstGeom>
        </p:spPr>
        <p:txBody>
          <a:bodyPr bIns="0" lIns="0" numCol="1" rIns="0" rtlCol="0" tIns="132715" vert="horz" wrap="square">
            <a:spAutoFit/>
          </a:bodyPr>
          <a:lstStyle/>
          <a:p>
            <a:pPr algn="l" defTabSz="457200" eaLnBrk="1" hangingPunct="1" indent="0" latinLnBrk="0" lvl="0" marL="12700" marR="0" rtl="0">
              <a:lnSpc>
                <a:spcPct val="100000"/>
              </a:lnSpc>
              <a:spcBef>
                <a:spcPts val="1045"/>
              </a:spcBef>
              <a:spcAft>
                <a:spcPts val="0"/>
              </a:spcAft>
              <a:buClrTx/>
              <a:buSzTx/>
              <a:buFontTx/>
              <a:buNone/>
              <a:tabLst/>
              <a:defRPr/>
            </a:pPr>
            <a:r>
              <a:rPr b="0" baseline="0" cap="none" dirty="0" i="0" kern="1200" kumimoji="0" noProof="0" normalizeH="0" spc="14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b="0" baseline="0" cap="none" dirty="0" i="0" kern="1200" kumimoji="0" noProof="0" normalizeH="0" spc="-1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1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0" baseline="0" cap="none" dirty="0" i="0" kern="1200" kumimoji="0" noProof="0" normalizeH="0" spc="-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S1</a:t>
            </a:r>
            <a:r>
              <a:rPr b="0" baseline="0" cap="none" dirty="0" i="0" kern="1200" kumimoji="0" noProof="0" normalizeH="0" spc="-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40335" marR="0" rtl="0">
              <a:lnSpc>
                <a:spcPct val="100000"/>
              </a:lnSpc>
              <a:spcBef>
                <a:spcPts val="950"/>
              </a:spcBef>
              <a:spcAft>
                <a:spcPts val="0"/>
              </a:spcAft>
              <a:buClrTx/>
              <a:buSzTx/>
              <a:buFontTx/>
              <a:buNone/>
              <a:tabLst/>
              <a:defRPr/>
            </a:pPr>
            <a:r>
              <a:rPr b="0" baseline="0" cap="none" dirty="0" i="0" kern="1200" kumimoji="0" noProof="0" normalizeH="0" spc="-1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0" baseline="0" cap="none" dirty="0" i="0" kern="1200" kumimoji="0" noProof="0" normalizeH="0" spc="-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S2</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40335" marR="0" rtl="0">
              <a:lnSpc>
                <a:spcPct val="100000"/>
              </a:lnSpc>
              <a:spcBef>
                <a:spcPts val="950"/>
              </a:spcBef>
              <a:spcAft>
                <a:spcPts val="0"/>
              </a:spcAft>
              <a:buClrTx/>
              <a:buSzTx/>
              <a:buFontTx/>
              <a:buNone/>
              <a:tabLst/>
              <a:defRPr/>
            </a:pPr>
            <a:r>
              <a:rPr b="0" baseline="0" cap="none" dirty="0" i="0" kern="1200" kumimoji="0" noProof="0" normalizeH="0" spc="-1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0" baseline="0" cap="none" dirty="0" i="0" kern="1200" kumimoji="0" noProof="0" normalizeH="0" spc="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3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3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b="0" baseline="0" cap="none" dirty="0" i="0" kern="1200" kumimoji="0" noProof="0" normalizeH="0" spc="-10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[Rule</a:t>
            </a:r>
            <a:r>
              <a:rPr b="0" baseline="0" cap="none" dirty="0" i="0" kern="1200" kumimoji="0" noProof="0" normalizeH="0" spc="3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4]</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
        <p:nvSpPr>
          <p:cNvPr id="8" name="object 8">
            <a:extLst>
              <a:ext uri="{FF2B5EF4-FFF2-40B4-BE49-F238E27FC236}">
                <a16:creationId xmlns:a16="http://schemas.microsoft.com/office/drawing/2014/main" id="{1361970C-B7B3-D0C6-D0F2-364AE91F7096}"/>
              </a:ext>
            </a:extLst>
          </p:cNvPr>
          <p:cNvSpPr txBox="1"/>
          <p:nvPr/>
        </p:nvSpPr>
        <p:spPr>
          <a:xfrm>
            <a:off x="6352213" y="2862630"/>
            <a:ext cx="1406525" cy="1628010"/>
          </a:xfrm>
          <a:prstGeom prst="rect">
            <a:avLst/>
          </a:prstGeom>
        </p:spPr>
        <p:txBody>
          <a:bodyPr bIns="0" lIns="0" numCol="1" rIns="0" rtlCol="0" tIns="133985" vert="horz" wrap="square">
            <a:spAutoFit/>
          </a:bodyPr>
          <a:lstStyle/>
          <a:p>
            <a:pPr algn="l" defTabSz="457200" eaLnBrk="1" hangingPunct="1" indent="0" latinLnBrk="0" lvl="0" marL="12700" marR="0" rtl="0">
              <a:lnSpc>
                <a:spcPct val="100000"/>
              </a:lnSpc>
              <a:spcBef>
                <a:spcPts val="1055"/>
              </a:spcBef>
              <a:spcAft>
                <a:spcPts val="0"/>
              </a:spcAft>
              <a:buClrTx/>
              <a:buSzTx/>
              <a:buFontTx/>
              <a:buNone/>
              <a:tabLst/>
              <a:defRPr/>
            </a:pPr>
            <a:r>
              <a:rPr b="0" baseline="0" cap="none" dirty="0" i="0" kern="1200" kumimoji="0" noProof="0" normalizeH="0" spc="14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b="0" baseline="0" cap="none" dirty="0" i="0" kern="1200" kumimoji="0" noProof="0" normalizeH="0" spc="-1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1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0" baseline="0" cap="none" dirty="0" i="0" kern="1200" kumimoji="0" noProof="0" normalizeH="0" spc="-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S1</a:t>
            </a:r>
            <a:r>
              <a:rPr b="0" baseline="0" cap="none" dirty="0" i="0" kern="1200" kumimoji="0" noProof="0" normalizeH="0" spc="-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40335" marR="0" rtl="0">
              <a:lnSpc>
                <a:spcPct val="100000"/>
              </a:lnSpc>
              <a:spcBef>
                <a:spcPts val="950"/>
              </a:spcBef>
              <a:spcAft>
                <a:spcPts val="0"/>
              </a:spcAft>
              <a:buClrTx/>
              <a:buSzTx/>
              <a:buFontTx/>
              <a:buNone/>
              <a:tabLst/>
              <a:defRPr/>
            </a:pPr>
            <a:r>
              <a:rPr b="0" baseline="0" cap="none" dirty="0" i="0" kern="1200" kumimoji="0" noProof="0" normalizeH="0" spc="-1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0" baseline="0" cap="none" dirty="0" i="0" kern="1200" kumimoji="0" noProof="0" normalizeH="0" spc="-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S1</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b="0" baseline="0" cap="none" dirty="0" i="0" kern="1200" kumimoji="0" noProof="0" normalizeH="0" spc="-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40335" marR="0" rtl="0">
              <a:lnSpc>
                <a:spcPct val="100000"/>
              </a:lnSpc>
              <a:spcBef>
                <a:spcPts val="955"/>
              </a:spcBef>
              <a:spcAft>
                <a:spcPts val="0"/>
              </a:spcAft>
              <a:buClrTx/>
              <a:buSzTx/>
              <a:buFontTx/>
              <a:buNone/>
              <a:tabLst/>
              <a:defRPr/>
            </a:pPr>
            <a:r>
              <a:rPr b="0" baseline="0" cap="none" dirty="0" i="0" kern="1200" kumimoji="0" noProof="0" normalizeH="0" spc="-1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0" baseline="0" cap="none" dirty="0" i="0" kern="1200" kumimoji="0" noProof="0" normalizeH="0" spc="-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S2</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b="0" baseline="0" cap="none" dirty="0" i="0" kern="1200" kumimoji="0" noProof="0" normalizeH="0" spc="-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40335" marR="0" rtl="0">
              <a:lnSpc>
                <a:spcPct val="100000"/>
              </a:lnSpc>
              <a:spcBef>
                <a:spcPts val="955"/>
              </a:spcBef>
              <a:spcAft>
                <a:spcPts val="0"/>
              </a:spcAft>
              <a:buClrTx/>
              <a:buSzTx/>
              <a:buFontTx/>
              <a:buNone/>
              <a:tabLst/>
              <a:defRPr/>
            </a:pPr>
            <a:r>
              <a:rPr b="0" baseline="0" cap="none" dirty="0" i="0" kern="1200" kumimoji="0" noProof="0" normalizeH="0" spc="-1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0" baseline="0" cap="none" dirty="0" i="0" kern="1200" kumimoji="0" noProof="0" normalizeH="0" spc="-1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b</a:t>
            </a:r>
            <a:r>
              <a:rPr b="0" baseline="0" cap="none" dirty="0" i="0" kern="1200" kumimoji="0" noProof="0" normalizeH="0" spc="-1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8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
        <p:nvSpPr>
          <p:cNvPr id="9" name="object 9">
            <a:extLst>
              <a:ext uri="{FF2B5EF4-FFF2-40B4-BE49-F238E27FC236}">
                <a16:creationId xmlns:a16="http://schemas.microsoft.com/office/drawing/2014/main" id="{6371B6F4-0518-867A-1914-E25CE210087C}"/>
              </a:ext>
            </a:extLst>
          </p:cNvPr>
          <p:cNvSpPr txBox="1"/>
          <p:nvPr/>
        </p:nvSpPr>
        <p:spPr>
          <a:xfrm>
            <a:off x="8181013" y="2862630"/>
            <a:ext cx="817244" cy="1628010"/>
          </a:xfrm>
          <a:prstGeom prst="rect">
            <a:avLst/>
          </a:prstGeom>
        </p:spPr>
        <p:txBody>
          <a:bodyPr bIns="0" lIns="0" numCol="1" rIns="0" rtlCol="0" tIns="133985" vert="horz" wrap="square">
            <a:spAutoFit/>
          </a:bodyPr>
          <a:lstStyle/>
          <a:p>
            <a:pPr algn="l" defTabSz="457200" eaLnBrk="1" hangingPunct="1" indent="0" latinLnBrk="0" lvl="0" marL="12700" marR="0" rtl="0">
              <a:lnSpc>
                <a:spcPct val="100000"/>
              </a:lnSpc>
              <a:spcBef>
                <a:spcPts val="1055"/>
              </a:spcBef>
              <a:spcAft>
                <a:spcPts val="0"/>
              </a:spcAft>
              <a:buClrTx/>
              <a:buSzTx/>
              <a:buFontTx/>
              <a:buNone/>
              <a:tabLst/>
              <a:defRPr/>
            </a:pP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[Rule</a:t>
            </a:r>
            <a:r>
              <a:rPr b="0" baseline="0" cap="none" dirty="0" i="0" kern="1200" kumimoji="0" noProof="0" normalizeH="0" spc="17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1]</a:t>
            </a:r>
            <a:endParaRPr b="0" baseline="0" cap="none"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2700" marR="0" rtl="0">
              <a:lnSpc>
                <a:spcPct val="100000"/>
              </a:lnSpc>
              <a:spcBef>
                <a:spcPts val="950"/>
              </a:spcBef>
              <a:spcAft>
                <a:spcPts val="0"/>
              </a:spcAft>
              <a:buClrTx/>
              <a:buSzTx/>
              <a:buFontTx/>
              <a:buNone/>
              <a:tabLst/>
              <a:defRPr/>
            </a:pP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[Rule</a:t>
            </a:r>
            <a:r>
              <a:rPr b="0" baseline="0" cap="none" dirty="0" i="0" kern="1200" kumimoji="0" noProof="0" normalizeH="0" spc="17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2]</a:t>
            </a:r>
            <a:endParaRPr b="0" baseline="0" cap="none"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2700" marR="0" rtl="0">
              <a:lnSpc>
                <a:spcPct val="100000"/>
              </a:lnSpc>
              <a:spcBef>
                <a:spcPts val="955"/>
              </a:spcBef>
              <a:spcAft>
                <a:spcPts val="0"/>
              </a:spcAft>
              <a:buClrTx/>
              <a:buSzTx/>
              <a:buFontTx/>
              <a:buNone/>
              <a:tabLst/>
              <a:defRPr/>
            </a:pP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[Rule</a:t>
            </a:r>
            <a:r>
              <a:rPr b="0" baseline="0" cap="none" dirty="0" i="0" kern="1200" kumimoji="0" noProof="0" normalizeH="0" spc="17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3]</a:t>
            </a:r>
            <a:endParaRPr b="0" baseline="0" cap="none"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12700" marR="0" rtl="0">
              <a:lnSpc>
                <a:spcPct val="100000"/>
              </a:lnSpc>
              <a:spcBef>
                <a:spcPts val="955"/>
              </a:spcBef>
              <a:spcAft>
                <a:spcPts val="0"/>
              </a:spcAft>
              <a:buClrTx/>
              <a:buSzTx/>
              <a:buFontTx/>
              <a:buNone/>
              <a:tabLst/>
              <a:defRPr/>
            </a:pP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[Rule</a:t>
            </a:r>
            <a:r>
              <a:rPr b="0" baseline="0" cap="none" dirty="0" i="0" kern="1200" kumimoji="0" noProof="0" normalizeH="0" spc="17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4]</a:t>
            </a:r>
            <a:endParaRPr b="0" baseline="0" cap="none"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
        <p:nvSpPr>
          <p:cNvPr id="10" name="object 10">
            <a:extLst>
              <a:ext uri="{FF2B5EF4-FFF2-40B4-BE49-F238E27FC236}">
                <a16:creationId xmlns:a16="http://schemas.microsoft.com/office/drawing/2014/main" id="{84BBD593-E148-1F26-85C9-5306BD9C42E2}"/>
              </a:ext>
            </a:extLst>
          </p:cNvPr>
          <p:cNvSpPr txBox="1"/>
          <p:nvPr/>
        </p:nvSpPr>
        <p:spPr>
          <a:xfrm>
            <a:off x="814844" y="4976939"/>
            <a:ext cx="6526847" cy="725840"/>
          </a:xfrm>
          <a:prstGeom prst="rect">
            <a:avLst/>
          </a:prstGeom>
        </p:spPr>
        <p:txBody>
          <a:bodyPr bIns="0" lIns="0" numCol="1" rIns="0" rtlCol="0" tIns="0" vert="horz" wrap="square">
            <a:spAutoFit/>
          </a:bodyPr>
          <a:lstStyle/>
          <a:p>
            <a:pPr algn="l" defTabSz="457200" eaLnBrk="1" hangingPunct="1" indent="0" latinLnBrk="0" lvl="0" marL="12700" marR="0" rtl="0">
              <a:lnSpc>
                <a:spcPts val="2130"/>
              </a:lnSpc>
              <a:spcBef>
                <a:spcPts val="0"/>
              </a:spcBef>
              <a:spcAft>
                <a:spcPts val="0"/>
              </a:spcAft>
              <a:buClrTx/>
              <a:buSzTx/>
              <a:buFontTx/>
              <a:buNone/>
              <a:tabLst/>
              <a:defRPr/>
            </a:pPr>
            <a:r>
              <a:rPr b="0" baseline="0" cap="none" dirty="0" i="0" kern="1200" kumimoji="0" noProof="0" normalizeH="0" spc="6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L(G2)</a:t>
            </a:r>
            <a:r>
              <a:rPr b="0" baseline="0" cap="none" dirty="0" i="0" kern="1200" kumimoji="0" noProof="0" normalizeH="0" spc="1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5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can</a:t>
            </a:r>
            <a:r>
              <a:rPr b="0" baseline="0" cap="none" dirty="0" i="0" kern="1200" kumimoji="0" noProof="0" normalizeH="0" spc="13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be</a:t>
            </a:r>
            <a:r>
              <a:rPr b="0" baseline="0" cap="none" dirty="0" i="0" kern="1200" kumimoji="0" noProof="0" normalizeH="0" spc="1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represented</a:t>
            </a:r>
            <a:r>
              <a:rPr b="0" baseline="0" cap="none" dirty="0" i="0" kern="1200" kumimoji="0" noProof="0" normalizeH="0" spc="1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5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as</a:t>
            </a:r>
            <a:r>
              <a:rPr b="0" baseline="0" cap="none" dirty="0" i="0" kern="1200" kumimoji="0" noProof="0" normalizeH="0" spc="125"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Regular</a:t>
            </a:r>
            <a:r>
              <a:rPr b="0" baseline="0" cap="none" dirty="0" i="0" kern="1200" kumimoji="0" noProof="0" normalizeH="0" spc="13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Expression</a:t>
            </a:r>
            <a:r>
              <a:rPr b="0" baseline="0" cap="none" dirty="0" i="0" kern="1200" kumimoji="0" noProof="0" normalizeH="0" spc="12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3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rPr>
              <a:t>as</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l" defTabSz="457200" eaLnBrk="1" hangingPunct="1" indent="0" latinLnBrk="0" lvl="0" marL="927100" marR="0" rtl="0">
              <a:lnSpc>
                <a:spcPct val="100000"/>
              </a:lnSpc>
              <a:spcBef>
                <a:spcPts val="1440"/>
              </a:spcBef>
              <a:spcAft>
                <a:spcPts val="0"/>
              </a:spcAft>
              <a:buClrTx/>
              <a:buSzTx/>
              <a:buFontTx/>
              <a:buNone/>
              <a:tabLst/>
              <a:defRPr/>
            </a:pPr>
            <a:r>
              <a:rPr b="1" baseline="0" cap="none" dirty="0" i="0" kern="1200" kumimoji="0" noProof="0" normalizeH="0" spc="240"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r</a:t>
            </a:r>
            <a:r>
              <a:rPr b="1" baseline="0" cap="none" dirty="0" i="0" kern="1200" kumimoji="0" noProof="0" normalizeH="0" spc="170"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600"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75"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280"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noProof="0" normalizeH="0" spc="175"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280"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noProof="0" normalizeH="0" spc="170"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245"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b</a:t>
            </a:r>
            <a:r>
              <a:rPr b="1" baseline="0" cap="none" dirty="0" i="0" kern="1200" kumimoji="0" noProof="0" normalizeH="0" spc="170"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285"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noProof="0" normalizeH="0" spc="165"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254" strike="noStrike" sz="1800" u="none">
                <a:ln>
                  <a:noFill/>
                </a:ln>
                <a:solidFill>
                  <a:srgbClr val="BF0000"/>
                </a:solidFill>
                <a:effectLst/>
                <a:uLnTx/>
                <a:uFillTx/>
                <a:latin charset="0" panose="02020603050405020304" pitchFamily="18" typeface="Times New Roman"/>
                <a:ea typeface="+mn-ea"/>
                <a:cs charset="0" panose="02020603050405020304" pitchFamily="18" typeface="Times New Roman"/>
              </a:rPr>
              <a:t>b)*</a:t>
            </a:r>
            <a:endParaRPr b="0" baseline="0" cap="none" dirty="0" i="0" kern="1200" kumimoji="0" noProof="0" normalizeH="0" spc="0" strike="noStrike" sz="18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Tree>
    <p:extLst>
      <p:ext uri="{BB962C8B-B14F-4D97-AF65-F5344CB8AC3E}">
        <p14:creationId xmlns:p14="http://schemas.microsoft.com/office/powerpoint/2010/main" val="74860172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4">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4">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4">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4">
                                            <p:txEl>
                                              <p:pRg end="3" st="3"/>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4">
                                            <p:txEl>
                                              <p:pRg end="4" st="4"/>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grpId="0" id="19" nodeType="clickEffect" presetClass="entr" presetID="1" presetSubtype="0">
                                  <p:stCondLst>
                                    <p:cond delay="0"/>
                                  </p:stCondLst>
                                  <p:childTnLst>
                                    <p:set>
                                      <p:cBhvr>
                                        <p:cTn dur="1" fill="hold" id="20">
                                          <p:stCondLst>
                                            <p:cond delay="0"/>
                                          </p:stCondLst>
                                        </p:cTn>
                                        <p:tgtEl>
                                          <p:spTgt spid="5"/>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grpId="0" id="23" nodeType="clickEffect" presetClass="entr" presetID="1" presetSubtype="0">
                                  <p:stCondLst>
                                    <p:cond delay="0"/>
                                  </p:stCondLst>
                                  <p:childTnLst>
                                    <p:set>
                                      <p:cBhvr>
                                        <p:cTn dur="1" fill="hold" id="24">
                                          <p:stCondLst>
                                            <p:cond delay="0"/>
                                          </p:stCondLst>
                                        </p:cTn>
                                        <p:tgtEl>
                                          <p:spTgt spid="7"/>
                                        </p:tgtEl>
                                        <p:attrNameLst>
                                          <p:attrName>style.visibility</p:attrName>
                                        </p:attrNameLst>
                                      </p:cBhvr>
                                      <p:to>
                                        <p:strVal val="visible"/>
                                      </p:to>
                                    </p:set>
                                  </p:childTnLst>
                                </p:cTn>
                              </p:par>
                              <p:par>
                                <p:cTn fill="hold" grpId="0" id="25" nodeType="withEffect" presetClass="entr" presetID="1" presetSubtype="0">
                                  <p:stCondLst>
                                    <p:cond delay="0"/>
                                  </p:stCondLst>
                                  <p:childTnLst>
                                    <p:set>
                                      <p:cBhvr>
                                        <p:cTn dur="1" fill="hold" id="26">
                                          <p:stCondLst>
                                            <p:cond delay="0"/>
                                          </p:stCondLst>
                                        </p:cTn>
                                        <p:tgtEl>
                                          <p:spTgt spid="6"/>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1" presetSubtype="0">
                                  <p:stCondLst>
                                    <p:cond delay="0"/>
                                  </p:stCondLst>
                                  <p:childTnLst>
                                    <p:set>
                                      <p:cBhvr>
                                        <p:cTn dur="1" fill="hold" id="30">
                                          <p:stCondLst>
                                            <p:cond delay="0"/>
                                          </p:stCondLst>
                                        </p:cTn>
                                        <p:tgtEl>
                                          <p:spTgt spid="8"/>
                                        </p:tgtEl>
                                        <p:attrNameLst>
                                          <p:attrName>style.visibility</p:attrName>
                                        </p:attrNameLst>
                                      </p:cBhvr>
                                      <p:to>
                                        <p:strVal val="visible"/>
                                      </p:to>
                                    </p:set>
                                  </p:childTnLst>
                                </p:cTn>
                              </p:par>
                              <p:par>
                                <p:cTn fill="hold" grpId="0" id="31" nodeType="withEffect" presetClass="entr" presetID="1" presetSubtype="0">
                                  <p:stCondLst>
                                    <p:cond delay="0"/>
                                  </p:stCondLst>
                                  <p:childTnLst>
                                    <p:set>
                                      <p:cBhvr>
                                        <p:cTn dur="1" fill="hold" id="32">
                                          <p:stCondLst>
                                            <p:cond delay="0"/>
                                          </p:stCondLst>
                                        </p:cTn>
                                        <p:tgtEl>
                                          <p:spTgt spid="9"/>
                                        </p:tgtEl>
                                        <p:attrNameLst>
                                          <p:attrName>style.visibility</p:attrName>
                                        </p:attrNameLst>
                                      </p:cBhvr>
                                      <p:to>
                                        <p:strVal val="visible"/>
                                      </p:to>
                                    </p:set>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1" presetSubtype="0">
                                  <p:stCondLst>
                                    <p:cond delay="0"/>
                                  </p:stCondLst>
                                  <p:childTnLst>
                                    <p:set>
                                      <p:cBhvr>
                                        <p:cTn dur="1" fill="hold" id="36">
                                          <p:stCondLst>
                                            <p:cond delay="0"/>
                                          </p:stCondLst>
                                        </p:cTn>
                                        <p:tgtEl>
                                          <p:spTgt spid="10"/>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5"/>
      <p:bldP grpId="0" spid="6"/>
      <p:bldP grpId="0" spid="7"/>
      <p:bldP grpId="0" spid="8"/>
      <p:bldP grpId="0" spid="9"/>
      <p:bldP grpId="0" spid="1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21518030-049A-84C6-60BA-D4BB91DDEEE2}"/>
              </a:ext>
            </a:extLst>
          </p:cNvPr>
          <p:cNvSpPr txBox="1"/>
          <p:nvPr/>
        </p:nvSpPr>
        <p:spPr>
          <a:xfrm>
            <a:off x="353147" y="319561"/>
            <a:ext cx="10935196" cy="5796587"/>
          </a:xfrm>
          <a:prstGeom prst="rect">
            <a:avLst/>
          </a:prstGeom>
        </p:spPr>
        <p:txBody>
          <a:bodyPr bIns="0" lIns="0" numCol="1" rIns="0" rtlCol="0" tIns="132715" vert="horz" wrap="square">
            <a:spAutoFit/>
          </a:bodyPr>
          <a:lstStyle/>
          <a:p>
            <a:pPr algn="just" defTabSz="457200" eaLnBrk="1" hangingPunct="1" indent="0" latinLnBrk="0" lvl="0" marL="12700" marR="0" rtl="0">
              <a:lnSpc>
                <a:spcPct val="100000"/>
              </a:lnSpc>
              <a:spcBef>
                <a:spcPts val="1045"/>
              </a:spcBef>
              <a:spcAft>
                <a:spcPts val="0"/>
              </a:spcAft>
              <a:buClrTx/>
              <a:buSzTx/>
              <a:buFontTx/>
              <a:buNone/>
              <a:tabLst>
                <a:tab algn="l" pos="259079"/>
              </a:tabLst>
              <a:defRPr/>
            </a:pPr>
            <a:r>
              <a:rPr b="1" baseline="0" cap="none" dirty="0" i="0" kern="1200" kumimoji="0" noProof="0" normalizeH="0" spc="14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Example</a:t>
            </a:r>
            <a:r>
              <a:rPr b="1" baseline="0" cap="none" dirty="0" i="0" kern="1200" kumimoji="0" noProof="0" normalizeH="0" spc="114"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3:</a:t>
            </a:r>
            <a:endPar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just" defTabSz="457200" eaLnBrk="1" hangingPunct="1" indent="-914400" latinLnBrk="0" lvl="0" marL="927100" marR="5080" rtl="0">
              <a:lnSpc>
                <a:spcPct val="149400"/>
              </a:lnSpc>
              <a:spcBef>
                <a:spcPts val="5"/>
              </a:spcBef>
              <a:spcAft>
                <a:spcPts val="0"/>
              </a:spcAft>
              <a:buClrTx/>
              <a:buSzTx/>
              <a:buFontTx/>
              <a:buNone/>
              <a:tabLst/>
              <a:defRPr/>
            </a:pPr>
            <a:r>
              <a:rPr b="1" baseline="0" cap="none" dirty="0" i="0" kern="1200" kumimoji="0" noProof="0" normalizeH="0" spc="1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The</a:t>
            </a:r>
            <a:r>
              <a:rPr b="1" baseline="0" cap="none" dirty="0" i="0" kern="1200" kumimoji="0" noProof="0" normalizeH="0" spc="10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7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r>
              <a:rPr b="1" baseline="0" cap="none" dirty="0" i="0" kern="1200" kumimoji="0" noProof="0" normalizeH="0" spc="1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G3</a:t>
            </a:r>
            <a:r>
              <a:rPr b="1" baseline="0" cap="none" dirty="0" i="0" kern="1200" kumimoji="0" noProof="0" normalizeH="0" spc="1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3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509"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14"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b="1" baseline="0" cap="none" dirty="0" i="0" kern="1200" kumimoji="0" noProof="0" normalizeH="0" spc="1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2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5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b="1" baseline="0" cap="none" dirty="0" i="0" kern="1200" kumimoji="0"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3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4"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509"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7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noProof="0" normalizeH="0" spc="1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b="1" baseline="0" cap="none" dirty="0" i="0" kern="1200" kumimoji="0" noProof="0" normalizeH="0" spc="10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3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4"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S, </a:t>
            </a:r>
            <a:r>
              <a:rPr b="1" baseline="0" cap="none" dirty="0" i="0" kern="1200" kumimoji="0" noProof="0" normalizeH="0" spc="10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P </a:t>
            </a:r>
            <a:r>
              <a:rPr b="1" baseline="0" cap="none" dirty="0" i="0" kern="1200" kumimoji="0" noProof="0" normalizeH="0" spc="1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7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with</a:t>
            </a:r>
            <a:r>
              <a:rPr b="1" baseline="0" cap="none" dirty="0" i="0" kern="1200" kumimoji="0" noProof="0" normalizeH="0" spc="10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5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P</a:t>
            </a:r>
            <a:r>
              <a:rPr b="1" baseline="0" cap="none" dirty="0" i="0" kern="1200" kumimoji="0" noProof="0" normalizeH="0" spc="1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7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1" baseline="0" cap="none" dirty="0" i="0" kern="1200" kumimoji="0" noProof="0" normalizeH="0" spc="10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given</a:t>
            </a:r>
            <a:r>
              <a:rPr b="1" baseline="0" cap="none" dirty="0" i="0" kern="1200" kumimoji="0" noProof="0" normalizeH="0" spc="1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as </a:t>
            </a:r>
            <a:endParaRPr altLang="en-IN" b="1" baseline="0" cap="none" dirty="0" i="0" kern="1200" kumimoji="0" lang="en-IN" noProof="0" normalizeH="0" spc="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just" defTabSz="457200" eaLnBrk="1" hangingPunct="1" indent="-914400" latinLnBrk="0" lvl="0" marL="927100" marR="5080" rtl="0">
              <a:lnSpc>
                <a:spcPct val="149400"/>
              </a:lnSpc>
              <a:spcBef>
                <a:spcPts val="5"/>
              </a:spcBef>
              <a:spcAft>
                <a:spcPts val="0"/>
              </a:spcAft>
              <a:buClrTx/>
              <a:buSzTx/>
              <a:buFontTx/>
              <a:buNone/>
              <a:tabLst/>
              <a:defRPr/>
            </a:pPr>
            <a:r>
              <a:rPr altLang="en-IN" b="1" baseline="0" cap="none" dirty="0" i="0" kern="1200" kumimoji="0" lang="en-IN" noProof="0" normalizeH="0" spc="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a:t>
            </a:r>
            <a:r>
              <a:rPr b="1" baseline="0" cap="none" dirty="0" i="0" kern="1200" kumimoji="0" noProof="0" normalizeH="0" spc="10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27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endPar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just" defTabSz="457200" eaLnBrk="1" hangingPunct="1" indent="0" latinLnBrk="0" lvl="0" marL="927100" marR="5492115" rtl="0">
              <a:lnSpc>
                <a:spcPct val="149400"/>
              </a:lnSpc>
              <a:spcBef>
                <a:spcPts val="0"/>
              </a:spcBef>
              <a:spcAft>
                <a:spcPts val="0"/>
              </a:spcAft>
              <a:buClrTx/>
              <a:buSzTx/>
              <a:buFontTx/>
              <a:buNone/>
              <a:tabLst/>
              <a:defRPr/>
            </a:pPr>
            <a:r>
              <a:rPr b="1" baseline="0" cap="none" dirty="0" i="0" kern="1200" kumimoji="0" noProof="0" normalizeH="0" spc="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27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noProof="0" normalizeH="0" spc="10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5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r>
              <a:rPr b="1" baseline="0" cap="none" dirty="0" i="0" kern="1200" kumimoji="0"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3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ε </a:t>
            </a:r>
            <a:endParaRPr altLang="en-IN" b="1" baseline="0" cap="none" dirty="0" i="0" kern="1200" kumimoji="0" lang="en-IN" noProof="0" normalizeH="0" spc="1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just" defTabSz="457200" eaLnBrk="1" hangingPunct="1" indent="0" latinLnBrk="0" lvl="0" marL="927100" marR="5492115" rtl="0">
              <a:lnSpc>
                <a:spcPct val="149400"/>
              </a:lnSpc>
              <a:spcBef>
                <a:spcPts val="0"/>
              </a:spcBef>
              <a:spcAft>
                <a:spcPts val="0"/>
              </a:spcAft>
              <a:buClrTx/>
              <a:buSzTx/>
              <a:buFontTx/>
              <a:buNone/>
              <a:tabLst/>
              <a:defRPr/>
            </a:pPr>
            <a:r>
              <a:rPr b="1" baseline="0" cap="none" dirty="0" i="0" kern="1200" kumimoji="0" noProof="0" normalizeH="0" spc="1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S2</a:t>
            </a:r>
            <a:r>
              <a:rPr b="1" baseline="0" cap="none" dirty="0" i="0" kern="1200" kumimoji="0" noProof="0" normalizeH="0" spc="10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27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
            </a:r>
            <a:r>
              <a:rPr b="1" baseline="0" cap="none" dirty="0" i="0" kern="1200" kumimoji="0" noProof="0" normalizeH="0" spc="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1" baseline="0" cap="none" dirty="0" i="0" kern="1200" kumimoji="0" noProof="0" normalizeH="0" spc="10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1" baseline="0" cap="none" dirty="0" i="0" kern="1200" kumimoji="0" noProof="0" normalizeH="0" spc="114"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a:t>
            </a:r>
            <a:endPar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just" defTabSz="457200" eaLnBrk="1" hangingPunct="1" indent="0" latinLnBrk="0" lvl="0" marL="12700" marR="0" rtl="0">
              <a:lnSpc>
                <a:spcPct val="100000"/>
              </a:lnSpc>
              <a:spcBef>
                <a:spcPts val="944"/>
              </a:spcBef>
              <a:spcAft>
                <a:spcPts val="0"/>
              </a:spcAft>
              <a:buClrTx/>
              <a:buSzTx/>
              <a:buFontTx/>
              <a:buNone/>
              <a:tabLst/>
              <a:defRPr/>
            </a:pP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The</a:t>
            </a:r>
            <a:r>
              <a:rPr b="0" baseline="0" cap="none" dirty="0" i="0" kern="1200" kumimoji="0"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above</a:t>
            </a:r>
            <a:r>
              <a:rPr b="0" baseline="0" cap="none" dirty="0" i="0" kern="1200" kumimoji="0" noProof="0" normalizeH="0" spc="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r>
              <a:rPr b="0" baseline="0" cap="none" dirty="0" i="0" kern="1200" kumimoji="0"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0" baseline="0" cap="none" dirty="0" i="0" kern="1200" kumimoji="0"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not</a:t>
            </a:r>
            <a:r>
              <a:rPr b="0" baseline="0" cap="none" dirty="0" i="0" kern="1200" kumimoji="0"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Regular</a:t>
            </a:r>
            <a:r>
              <a:rPr b="0" baseline="0" cap="none" dirty="0" i="0" kern="1200" kumimoji="0" noProof="0" normalizeH="0" spc="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4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endPar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just" defTabSz="457200" eaLnBrk="1" hangingPunct="1" indent="0" latinLnBrk="0" lvl="0" marL="12700" marR="0" rtl="0">
              <a:lnSpc>
                <a:spcPct val="100000"/>
              </a:lnSpc>
              <a:spcBef>
                <a:spcPts val="950"/>
              </a:spcBef>
              <a:spcAft>
                <a:spcPts val="0"/>
              </a:spcAft>
              <a:buClrTx/>
              <a:buSzTx/>
              <a:buFontTx/>
              <a:buNone/>
              <a:tabLst/>
              <a:defRPr/>
            </a:pP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It</a:t>
            </a:r>
            <a:r>
              <a:rPr b="0" baseline="0" cap="none" dirty="0" i="0" kern="1200" kumimoji="0" noProof="0" normalizeH="0" spc="7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contains</a:t>
            </a:r>
            <a:r>
              <a:rPr b="0" baseline="0" cap="none" dirty="0" i="0" kern="1200" kumimoji="0" noProof="0" normalizeH="0" spc="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both</a:t>
            </a:r>
            <a:r>
              <a:rPr b="0" baseline="0" cap="none" dirty="0" i="0" kern="1200" kumimoji="0" noProof="0" normalizeH="0" spc="7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type</a:t>
            </a:r>
            <a:r>
              <a:rPr b="0" baseline="0" cap="none" dirty="0" i="0" kern="1200" kumimoji="0"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of</a:t>
            </a:r>
            <a:r>
              <a:rPr b="0" baseline="0" cap="none" dirty="0" i="0" kern="1200" kumimoji="0" noProof="0" normalizeH="0" spc="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productions</a:t>
            </a:r>
            <a:r>
              <a:rPr b="0" baseline="0" cap="none" dirty="0" i="0" kern="1200" kumimoji="0" noProof="0" normalizeH="0" spc="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Left</a:t>
            </a:r>
            <a:r>
              <a:rPr b="0" baseline="0" cap="none" dirty="0" i="0" kern="1200" kumimoji="0" noProof="0" normalizeH="0" spc="7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Linear</a:t>
            </a:r>
            <a:r>
              <a:rPr b="0" baseline="0" cap="none" dirty="0" i="0" kern="1200" kumimoji="0"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and</a:t>
            </a:r>
            <a:r>
              <a:rPr b="0" baseline="0" cap="none" dirty="0" i="0" kern="1200" kumimoji="0" noProof="0" normalizeH="0" spc="7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Right</a:t>
            </a:r>
            <a:r>
              <a:rPr b="0" baseline="0" cap="none" dirty="0" i="0" kern="1200" kumimoji="0" noProof="0" normalizeH="0" spc="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Linear</a:t>
            </a:r>
            <a:r>
              <a:rPr b="0" baseline="0" cap="none" dirty="0" i="0" kern="1200" kumimoji="0" noProof="0" normalizeH="0" spc="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Forms</a:t>
            </a:r>
            <a:endParaRPr altLang="en-IN" b="0" baseline="0" cap="none" dirty="0" i="0" kern="1200" kumimoji="0" lang="en-IN"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just" defTabSz="457200" eaLnBrk="1" hangingPunct="1" indent="0" latinLnBrk="0" lvl="0" marL="12700" marR="0" rtl="0">
              <a:lnSpc>
                <a:spcPct val="100000"/>
              </a:lnSpc>
              <a:spcBef>
                <a:spcPts val="950"/>
              </a:spcBef>
              <a:spcAft>
                <a:spcPts val="0"/>
              </a:spcAft>
              <a:buClrTx/>
              <a:buSzTx/>
              <a:buFontTx/>
              <a:buNone/>
              <a:tabLst/>
              <a:defRPr/>
            </a:pP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The</a:t>
            </a:r>
            <a:r>
              <a:rPr b="0" baseline="0" cap="none" dirty="0" i="0" kern="1200" kumimoji="0" lang="en-US" noProof="0" normalizeH="0" spc="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r>
              <a:rPr b="0" baseline="0" cap="none" dirty="0" i="0" kern="1200" kumimoji="0" lang="en-US" noProof="0" normalizeH="0" spc="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0" baseline="0" cap="none" dirty="0" i="0" kern="1200" kumimoji="0" lang="en-US" noProof="0" normalizeH="0" spc="6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neither</a:t>
            </a:r>
            <a:r>
              <a:rPr b="0" baseline="0" cap="none" dirty="0" i="0" kern="1200" kumimoji="0" lang="en-US" noProof="0" normalizeH="0" spc="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Left</a:t>
            </a:r>
            <a:r>
              <a:rPr b="0" baseline="0" cap="none" dirty="0" i="0" kern="1200" kumimoji="0" lang="en-US" noProof="0" normalizeH="0" spc="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Linear</a:t>
            </a:r>
            <a:r>
              <a:rPr b="0" baseline="0" cap="none" dirty="0" i="0" kern="1200" kumimoji="0" lang="en-US" noProof="0" normalizeH="0" spc="7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nor</a:t>
            </a:r>
            <a:r>
              <a:rPr b="0" baseline="0" cap="none" dirty="0" i="0" kern="1200" kumimoji="0" lang="en-US" noProof="0" normalizeH="0" spc="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Right</a:t>
            </a:r>
            <a:r>
              <a:rPr b="0" baseline="0" cap="none" dirty="0" i="0" kern="1200" kumimoji="0" lang="en-US" noProof="0" normalizeH="0" spc="6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Linear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It</a:t>
            </a:r>
            <a:r>
              <a:rPr b="0" baseline="0" cap="none" dirty="0" i="0" kern="1200" kumimoji="0" lang="en-US"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0" baseline="0" cap="none" dirty="0" i="0" kern="1200" kumimoji="0" lang="en-US"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an</a:t>
            </a:r>
            <a:r>
              <a:rPr b="0" baseline="0" cap="none" dirty="0" i="0" kern="1200" kumimoji="0" lang="en-US" noProof="0" normalizeH="0" spc="4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example</a:t>
            </a:r>
            <a:r>
              <a:rPr b="0" baseline="0" cap="none" dirty="0" i="0" kern="1200" kumimoji="0" lang="en-US" noProof="0" normalizeH="0" spc="6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of</a:t>
            </a:r>
            <a:r>
              <a:rPr b="0" baseline="0" cap="none" dirty="0" i="0" kern="1200" kumimoji="0" lang="en-US" noProof="0" normalizeH="0" spc="5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Linear</a:t>
            </a:r>
            <a:r>
              <a:rPr b="0" baseline="0" cap="none" dirty="0" i="0" kern="1200" kumimoji="0" lang="en-US" noProof="0" normalizeH="0" spc="5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4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endPar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just" defTabSz="457200" eaLnBrk="1" hangingPunct="1" indent="0" latinLnBrk="0" lvl="0" marL="12700" marR="0" rtl="0">
              <a:lnSpc>
                <a:spcPct val="100000"/>
              </a:lnSpc>
              <a:spcBef>
                <a:spcPts val="950"/>
              </a:spcBef>
              <a:spcAft>
                <a:spcPts val="0"/>
              </a:spcAft>
              <a:buClrTx/>
              <a:buSzTx/>
              <a:buFontTx/>
              <a:buNone/>
              <a:tabLst/>
              <a:defRPr/>
            </a:pPr>
            <a:endParaRPr altLang="en-IN" b="0" baseline="0" cap="none" dirty="0" i="0" kern="1200" kumimoji="0" lang="en-IN"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just" defTabSz="457200" eaLnBrk="1" hangingPunct="1" indent="0" latinLnBrk="0" lvl="0" marL="12700" marR="0" rtl="0">
              <a:lnSpc>
                <a:spcPct val="100000"/>
              </a:lnSpc>
              <a:spcBef>
                <a:spcPts val="1045"/>
              </a:spcBef>
              <a:spcAft>
                <a:spcPts val="0"/>
              </a:spcAft>
              <a:buClrTx/>
              <a:buSzTx/>
              <a:buFontTx/>
              <a:buNone/>
              <a:tabLst/>
              <a:defRPr/>
            </a:pPr>
            <a:r>
              <a:rPr b="1" baseline="0" cap="none" dirty="0" i="0" kern="1200" kumimoji="0" lang="en-US" noProof="0" normalizeH="0" spc="12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Definition:</a:t>
            </a:r>
            <a:endPar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just" defTabSz="457200" eaLnBrk="1" hangingPunct="1" indent="0" latinLnBrk="0" lvl="0" marL="12700" marR="5080" rtl="0">
              <a:lnSpc>
                <a:spcPct val="149400"/>
              </a:lnSpc>
              <a:spcBef>
                <a:spcPts val="0"/>
              </a:spcBef>
              <a:spcAft>
                <a:spcPts val="0"/>
              </a:spcAft>
              <a:buClrTx/>
              <a:buSzTx/>
              <a:buFontTx/>
              <a:buNone/>
              <a:tabLst/>
              <a:defRPr/>
            </a:pP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It</a:t>
            </a:r>
            <a:r>
              <a:rPr b="0" baseline="0" cap="none" dirty="0" i="0" kern="1200" kumimoji="0" lang="en-US" noProof="0" normalizeH="0" spc="4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0" baseline="0" cap="none" dirty="0" i="0" kern="1200" kumimoji="0" lang="en-US" noProof="0" normalizeH="0" spc="4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r>
              <a:rPr b="0" baseline="0" cap="none" dirty="0" i="0" kern="1200" kumimoji="0" lang="en-US"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in</a:t>
            </a:r>
            <a:r>
              <a:rPr b="0" baseline="0" cap="none" dirty="0" i="0" kern="1200" kumimoji="0" lang="en-US" noProof="0" normalizeH="0" spc="3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which</a:t>
            </a:r>
            <a:r>
              <a:rPr b="0" baseline="0" cap="none" dirty="0" i="0" kern="1200" kumimoji="0" lang="en-US" noProof="0" normalizeH="0" spc="4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5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at</a:t>
            </a:r>
            <a:r>
              <a:rPr b="0" baseline="0" cap="none" dirty="0" i="0" kern="1200" kumimoji="0" lang="en-US" noProof="0" normalizeH="0" spc="4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most</a:t>
            </a:r>
            <a:r>
              <a:rPr b="0" baseline="0" cap="none" dirty="0" i="0" kern="1200" kumimoji="0" lang="en-US" noProof="0" normalizeH="0" spc="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one</a:t>
            </a:r>
            <a:r>
              <a:rPr b="0" baseline="0" cap="none" dirty="0" i="0" kern="1200" kumimoji="0" lang="en-US" noProof="0" normalizeH="0" spc="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variable</a:t>
            </a:r>
            <a:r>
              <a:rPr b="0" baseline="0" cap="none" dirty="0" i="0" kern="1200" kumimoji="0" lang="en-US"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can</a:t>
            </a:r>
            <a:r>
              <a:rPr b="0" baseline="0" cap="none" dirty="0" i="0" kern="1200" kumimoji="0" lang="en-US" noProof="0" normalizeH="0" spc="4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occur</a:t>
            </a:r>
            <a:r>
              <a:rPr b="0" baseline="0" cap="none" dirty="0" i="0" kern="1200" kumimoji="0" lang="en-US"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on</a:t>
            </a:r>
            <a:r>
              <a:rPr b="0" baseline="0" cap="none" dirty="0" i="0" kern="1200" kumimoji="0" lang="en-US" noProof="0" normalizeH="0" spc="4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Right</a:t>
            </a:r>
            <a:r>
              <a:rPr b="0" baseline="0" cap="none" dirty="0" i="0" kern="1200" kumimoji="0" lang="en-US" noProof="0" normalizeH="0" spc="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side</a:t>
            </a:r>
            <a:r>
              <a:rPr b="0" baseline="0" cap="none" dirty="0" i="0" kern="1200" kumimoji="0" lang="en-US" noProof="0" normalizeH="0" spc="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of</a:t>
            </a:r>
            <a:r>
              <a:rPr b="0" baseline="0" cap="none" dirty="0" i="0" kern="1200" kumimoji="0" lang="en-US"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6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any</a:t>
            </a:r>
            <a:r>
              <a:rPr b="0" baseline="0" cap="none" dirty="0" i="0" kern="1200" kumimoji="0" lang="en-US" noProof="0" normalizeH="0" spc="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productions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without</a:t>
            </a:r>
            <a:r>
              <a:rPr b="0" baseline="0" cap="none" dirty="0" i="0" kern="1200" kumimoji="0" lang="en-US"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restriction</a:t>
            </a:r>
            <a:r>
              <a:rPr b="0" baseline="0" cap="none" dirty="0" i="0" kern="1200" kumimoji="0" lang="en-US"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on</a:t>
            </a:r>
            <a:r>
              <a:rPr b="0" baseline="0" cap="none" dirty="0" i="0" kern="1200" kumimoji="0" lang="en-US"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position</a:t>
            </a:r>
            <a:r>
              <a:rPr b="0" baseline="0" cap="none" dirty="0" i="0" kern="1200" kumimoji="0" lang="en-US" noProof="0" normalizeH="0" spc="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of</a:t>
            </a:r>
            <a:r>
              <a:rPr b="0" baseline="0" cap="none" dirty="0" i="0" kern="1200" kumimoji="0" lang="en-US"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Variable</a:t>
            </a:r>
            <a:endPar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a:p>
            <a:pPr algn="just" defTabSz="457200" eaLnBrk="1" hangingPunct="1" indent="0" latinLnBrk="0" lvl="0" marL="12700" marR="0" rtl="0">
              <a:lnSpc>
                <a:spcPct val="100000"/>
              </a:lnSpc>
              <a:spcBef>
                <a:spcPts val="950"/>
              </a:spcBef>
              <a:spcAft>
                <a:spcPts val="0"/>
              </a:spcAft>
              <a:buClrTx/>
              <a:buSzTx/>
              <a:buFontTx/>
              <a:buNone/>
              <a:tabLst>
                <a:tab algn="l" pos="259079"/>
              </a:tabLst>
              <a:defRPr/>
            </a:pP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a:t>
            </a:r>
            <a:r>
              <a:rPr b="0" baseline="0" cap="none" dirty="0" i="0" kern="1200" kumimoji="0" lang="en-US"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Regular</a:t>
            </a:r>
            <a:r>
              <a:rPr b="0" baseline="0" cap="none" dirty="0" i="0" kern="1200" kumimoji="0" lang="en-US"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4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a:t>
            </a:r>
            <a:r>
              <a:rPr b="0" baseline="0" cap="none" dirty="0" i="0" kern="1200" kumimoji="0" lang="en-US" noProof="0" normalizeH="0" spc="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is</a:t>
            </a:r>
            <a:r>
              <a:rPr b="0" baseline="0" cap="none" dirty="0" i="0" kern="1200" kumimoji="0" lang="en-US" noProof="0" normalizeH="0" spc="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5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always</a:t>
            </a:r>
            <a:r>
              <a:rPr b="0" baseline="0" cap="none" dirty="0" i="0" kern="1200" kumimoji="0" lang="en-US" noProof="0" normalizeH="0" spc="8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Linear</a:t>
            </a:r>
            <a:r>
              <a:rPr b="0" baseline="0" cap="none" dirty="0" i="0" kern="1200" kumimoji="0" lang="en-US" noProof="0" normalizeH="0" spc="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but</a:t>
            </a:r>
            <a:r>
              <a:rPr b="0" baseline="0" cap="none" dirty="0" i="0" kern="1200" kumimoji="0" lang="en-US" noProof="0" normalizeH="0" spc="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not</a:t>
            </a:r>
            <a:r>
              <a:rPr b="0" baseline="0" cap="none" dirty="0" i="0" kern="1200" kumimoji="0" lang="en-US" noProof="0" normalizeH="0" spc="9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all</a:t>
            </a:r>
            <a:r>
              <a:rPr b="0" baseline="0" cap="none" dirty="0" i="0" kern="1200" kumimoji="0" lang="en-US" noProof="0" normalizeH="0" spc="9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Linear</a:t>
            </a:r>
            <a:r>
              <a:rPr b="0" baseline="0" cap="none" dirty="0" i="0" kern="1200" kumimoji="0" lang="en-US"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Grammars</a:t>
            </a:r>
            <a:r>
              <a:rPr b="0" baseline="0" cap="none" dirty="0" i="0" kern="1200" kumimoji="0" lang="en-US" noProof="0" normalizeH="0" spc="85"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are</a:t>
            </a:r>
            <a:r>
              <a:rPr b="0" baseline="0" cap="none" dirty="0" i="0" kern="1200" kumimoji="0" lang="en-US" noProof="0" normalizeH="0" spc="10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 </a:t>
            </a:r>
            <a:r>
              <a:rPr b="0" baseline="0" cap="none" dirty="0" i="0" kern="1200" kumimoji="0" lang="en-US" noProof="0" normalizeH="0" spc="-1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rPr>
              <a:t>Regular Grammars</a:t>
            </a:r>
            <a:endParaRPr b="0" baseline="0" cap="none" dirty="0" i="0" kern="1200" kumimoji="0" lang="en-US" noProof="0" normalizeH="0" spc="0" strike="noStrike" sz="2000" u="none">
              <a:ln>
                <a:noFill/>
              </a:ln>
              <a:solidFill>
                <a:prstClr val="black"/>
              </a:solidFill>
              <a:effectLst/>
              <a:uLnTx/>
              <a:uFillTx/>
              <a:latin charset="0" panose="02020603050405020304" pitchFamily="18" typeface="Times New Roman"/>
              <a:ea typeface="+mn-ea"/>
              <a:cs charset="0" panose="02020603050405020304" pitchFamily="18" typeface="Times New Roman"/>
            </a:endParaRPr>
          </a:p>
        </p:txBody>
      </p:sp>
    </p:spTree>
    <p:extLst>
      <p:ext uri="{BB962C8B-B14F-4D97-AF65-F5344CB8AC3E}">
        <p14:creationId xmlns:p14="http://schemas.microsoft.com/office/powerpoint/2010/main" val="135767931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2">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2">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2">
                                            <p:txEl>
                                              <p:pRg end="3" st="3"/>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2">
                                            <p:txEl>
                                              <p:pRg end="4" st="4"/>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2">
                                            <p:txEl>
                                              <p:pRg end="5" st="5"/>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2">
                                            <p:txEl>
                                              <p:pRg end="6" st="6"/>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2">
                                            <p:txEl>
                                              <p:pRg end="7" st="7"/>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2">
                                            <p:txEl>
                                              <p:pRg end="9" st="9"/>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2">
                                            <p:txEl>
                                              <p:pRg end="10" st="10"/>
                                            </p:txEl>
                                          </p:spTgt>
                                        </p:tgtEl>
                                        <p:attrNameLst>
                                          <p:attrName>style.visibility</p:attrName>
                                        </p:attrNameLst>
                                      </p:cBhvr>
                                      <p:to>
                                        <p:strVal val="visible"/>
                                      </p:to>
                                    </p:set>
                                  </p:childTnLst>
                                </p:cTn>
                              </p:par>
                              <p:par>
                                <p:cTn fill="hold" id="29" nodeType="withEffect" presetClass="entr" presetID="1" presetSubtype="0">
                                  <p:stCondLst>
                                    <p:cond delay="0"/>
                                  </p:stCondLst>
                                  <p:childTnLst>
                                    <p:set>
                                      <p:cBhvr>
                                        <p:cTn dur="1" fill="hold" id="30">
                                          <p:stCondLst>
                                            <p:cond delay="0"/>
                                          </p:stCondLst>
                                        </p:cTn>
                                        <p:tgtEl>
                                          <p:spTgt spid="2">
                                            <p:txEl>
                                              <p:pRg end="11" st="11"/>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Retrospect">
  <a:themeElements>
    <a:clrScheme name="Retrospect">
      <a:dk1>
        <a:sysClr lastClr="000000" val="windowText"/>
      </a:dk1>
      <a:lt1>
        <a:sysClr lastClr="FFFFFF" val="window"/>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panose="020F0302020204030204"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panose="020F0502020204030204"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b="100000" l="100000" r="100000" t="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b="100000" l="100000" r="100000" t="100000"/>
          </a:path>
        </a:gradFill>
      </a:fillStyleLst>
      <a:lnStyleLst>
        <a:ln algn="ctr" cap="flat" cmpd="sng" w="12700">
          <a:solidFill>
            <a:schemeClr val="phClr"/>
          </a:solidFill>
          <a:prstDash val="solid"/>
        </a:ln>
        <a:ln algn="ctr" cap="flat" cmpd="sng" w="15875">
          <a:solidFill>
            <a:schemeClr val="phClr"/>
          </a:solidFill>
          <a:prstDash val="solid"/>
        </a:ln>
        <a:ln algn="ctr" cap="flat" cmpd="sng" w="25400">
          <a:solidFill>
            <a:schemeClr val="phClr"/>
          </a:solidFill>
          <a:prstDash val="solid"/>
        </a:ln>
      </a:lnStyleLst>
      <a:effectStyleLst>
        <a:effectStyle>
          <a:effectLst/>
        </a:effectStyle>
        <a:effectStyle>
          <a:effectLst>
            <a:outerShdw algn="br" blurRad="38100" dir="2700000" dist="25400" rotWithShape="0">
              <a:srgbClr val="000000">
                <a:alpha val="60000"/>
              </a:srgbClr>
            </a:outerShdw>
          </a:effectLst>
        </a:effectStyle>
        <a:effectStyle>
          <a:effectLst>
            <a:outerShdw algn="br" blurRad="44450" dir="2700000" dist="25400" rotWithShape="0">
              <a:srgbClr val="000000">
                <a:alpha val="60000"/>
              </a:srgbClr>
            </a:outerShdw>
          </a:effectLst>
          <a:scene3d>
            <a:camera prst="orthographicFront">
              <a:rot lat="0" lon="0" rev="0"/>
            </a:camera>
            <a:lightRig dir="t" rig="threePt">
              <a:rot lat="0" lon="0" rev="19800000"/>
            </a:lightRig>
          </a:scene3d>
          <a:sp3d prstMaterial="flat">
            <a:bevelT h="31750" w="2540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id="{5F128B03-DCCA-4EEB-AB3B-CF2899314A46}" name="Retrospect" vid="{02006FA4-1611-4B07-AF7F-85CF6D20EB3E}"/>
    </a:ext>
  </a:extLst>
</a:theme>
</file>

<file path=docProps/app.xml><?xml version="1.0" encoding="utf-8"?>
<Properties xmlns="http://schemas.openxmlformats.org/officeDocument/2006/extended-properties" xmlns:vt="http://schemas.openxmlformats.org/officeDocument/2006/docPropsVTypes">
  <Company/>
  <Words>1602</Words>
  <Paragraphs>170</Paragraphs>
  <Slides>17</Slides>
  <Notes>0</Notes>
  <TotalTime>63</TotalTime>
  <HiddenSlides>0</HiddenSlides>
  <MMClips>0</MMClips>
  <ScaleCrop>false</ScaleCrop>
  <HeadingPairs>
    <vt:vector baseType="variant" size="6">
      <vt:variant>
        <vt:lpstr>Fonts Used</vt:lpstr>
      </vt:variant>
      <vt:variant>
        <vt:i4>8</vt:i4>
      </vt:variant>
      <vt:variant>
        <vt:lpstr>Theme</vt:lpstr>
      </vt:variant>
      <vt:variant>
        <vt:i4>1</vt:i4>
      </vt:variant>
      <vt:variant>
        <vt:lpstr>Slide Titles</vt:lpstr>
      </vt:variant>
      <vt:variant>
        <vt:i4>17</vt:i4>
      </vt:variant>
    </vt:vector>
  </HeadingPairs>
  <TitlesOfParts>
    <vt:vector baseType="lpstr" size="26">
      <vt:lpstr>Arial</vt:lpstr>
      <vt:lpstr>Calibri</vt:lpstr>
      <vt:lpstr>Calibri Light</vt:lpstr>
      <vt:lpstr>Google Sans</vt:lpstr>
      <vt:lpstr>inherit</vt:lpstr>
      <vt:lpstr>Times New Roman</vt:lpstr>
      <vt:lpstr>Verdana</vt:lpstr>
      <vt:lpstr>Wingdings</vt:lpstr>
      <vt:lpstr>Retrospect</vt:lpstr>
      <vt:lpstr>Grammar</vt:lpstr>
      <vt:lpstr>PowerPoint Presentation</vt:lpstr>
      <vt:lpstr>PowerPoint Presentation</vt:lpstr>
      <vt:lpstr>Derivation</vt:lpstr>
      <vt:lpstr>Chomsky's Hierarchy (Type of Grammar )</vt:lpstr>
      <vt:lpstr>Type of Grammars</vt:lpstr>
      <vt:lpstr>Type 0 Grammars: Unrestricted Grammar</vt:lpstr>
      <vt:lpstr>Type 1 Grammar: Context-Sensitive Grammar</vt:lpstr>
      <vt:lpstr>Type 2 Grammar: Context-Free Grammar</vt:lpstr>
      <vt:lpstr>Type 3 Grammar: Regular Grammar</vt:lpstr>
      <vt:lpstr>Linear grammar</vt:lpstr>
      <vt:lpstr>Right Linear Grammar (RLG)</vt:lpstr>
      <vt:lpstr>Left Linear Grammar (LLG)</vt:lpstr>
      <vt:lpstr>Regular grammars</vt:lpstr>
      <vt:lpstr>PowerPoint Presentation</vt:lpstr>
      <vt:lpstr>PowerPoint Presentation</vt:lpstr>
      <vt:lpstr>PowerPoint Presentation</vt:lpstr>
    </vt:vector>
  </TitlesOfParts>
  <LinksUpToDate>false</LinksUpToDate>
  <SharedDoc>false</SharedDoc>
  <HyperlinksChanged>false</HyperlinksChanged>
  <Application>Microsoft Office PowerPoint</Application>
  <AppVersion>16.0000</AppVersion>
  <PresentationFormat>Widescreen</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2025-03-23T14:29:25Z</dcterms:created>
  <dc:creator>vibha jain</dc:creator>
  <cp:lastModifiedBy>vibha jain</cp:lastModifiedBy>
  <dcterms:modified xsi:type="dcterms:W3CDTF">2026-03-23T12:55:44Z</dcterms:modified>
  <cp:revision>15</cp:revision>
  <dc:title/>
</cp:coreProperties>
</file>