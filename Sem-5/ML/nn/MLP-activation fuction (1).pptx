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23"/>
  </p:notesMasterIdLst>
  <p:sldIdLst>
    <p:sldId id="257" r:id="rId2"/>
    <p:sldId id="261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635" autoAdjust="0"/>
  </p:normalViewPr>
  <p:slideViewPr>
    <p:cSldViewPr>
      <p:cViewPr varScale="1">
        <p:scale>
          <a:sx n="151" d="100"/>
          <a:sy n="151" d="100"/>
        </p:scale>
        <p:origin x="1637" y="9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20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C2EE4-EE1E-4DC6-A3F7-C1173FF8B38C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ADB17-A573-460D-B755-C4BC7F65B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65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27175" y="433388"/>
            <a:ext cx="1555750" cy="11668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ADB17-A573-460D-B755-C4BC7F65B56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847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27175" y="433388"/>
            <a:ext cx="1555750" cy="11668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ADB17-A573-460D-B755-C4BC7F65B56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0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8EC44-121F-8A35-BDDD-CF877C87C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264" y="566377"/>
            <a:ext cx="3457575" cy="1204854"/>
          </a:xfrm>
        </p:spPr>
        <p:txBody>
          <a:bodyPr anchor="b"/>
          <a:lstStyle>
            <a:lvl1pPr algn="ctr">
              <a:defRPr sz="226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9418A-30D6-E4B5-5A51-5102B8D6A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264" y="1817697"/>
            <a:ext cx="3457575" cy="835547"/>
          </a:xfrm>
        </p:spPr>
        <p:txBody>
          <a:bodyPr/>
          <a:lstStyle>
            <a:lvl1pPr marL="0" indent="0" algn="ctr">
              <a:buNone/>
              <a:defRPr sz="907"/>
            </a:lvl1pPr>
            <a:lvl2pPr marL="172867" indent="0" algn="ctr">
              <a:buNone/>
              <a:defRPr sz="756"/>
            </a:lvl2pPr>
            <a:lvl3pPr marL="345735" indent="0" algn="ctr">
              <a:buNone/>
              <a:defRPr sz="681"/>
            </a:lvl3pPr>
            <a:lvl4pPr marL="518602" indent="0" algn="ctr">
              <a:buNone/>
              <a:defRPr sz="605"/>
            </a:lvl4pPr>
            <a:lvl5pPr marL="691469" indent="0" algn="ctr">
              <a:buNone/>
              <a:defRPr sz="605"/>
            </a:lvl5pPr>
            <a:lvl6pPr marL="864337" indent="0" algn="ctr">
              <a:buNone/>
              <a:defRPr sz="605"/>
            </a:lvl6pPr>
            <a:lvl7pPr marL="1037204" indent="0" algn="ctr">
              <a:buNone/>
              <a:defRPr sz="605"/>
            </a:lvl7pPr>
            <a:lvl8pPr marL="1210071" indent="0" algn="ctr">
              <a:buNone/>
              <a:defRPr sz="605"/>
            </a:lvl8pPr>
            <a:lvl9pPr marL="1382939" indent="0" algn="ctr">
              <a:buNone/>
              <a:defRPr sz="605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B8AC4-1568-E0D2-C0B9-CED9B061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C4D38-5B1A-0377-F601-A49C3CC64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43C0C-11CB-86A8-7E4F-3358975F0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lang="en-IN" spc="-55" smtClean="0"/>
              <a:pPr marL="38100">
                <a:spcBef>
                  <a:spcPts val="60"/>
                </a:spcBef>
              </a:pPr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35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58164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DFAB3-0651-E6F7-0E3D-DD20111E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9245E-1E96-4B01-D8DB-3D72DB3A1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91156-5FB5-1B05-D442-FF96BA997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43915-C184-ABBF-D5F5-EB10E8E91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83E3B-065A-EDBA-1743-DC06D3006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lang="en-IN" spc="-55" smtClean="0"/>
              <a:pPr marL="38100">
                <a:spcBef>
                  <a:spcPts val="60"/>
                </a:spcBef>
              </a:pPr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35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2260733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EC05F-329D-B325-EB66-0669D2036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43" y="862785"/>
            <a:ext cx="3976211" cy="1439576"/>
          </a:xfrm>
        </p:spPr>
        <p:txBody>
          <a:bodyPr anchor="b"/>
          <a:lstStyle>
            <a:lvl1pPr>
              <a:defRPr sz="226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9309E-8D13-B630-D1A0-9F2D9F8FE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543" y="2315981"/>
            <a:ext cx="3976211" cy="757039"/>
          </a:xfrm>
        </p:spPr>
        <p:txBody>
          <a:bodyPr/>
          <a:lstStyle>
            <a:lvl1pPr marL="0" indent="0">
              <a:buNone/>
              <a:defRPr sz="907">
                <a:solidFill>
                  <a:schemeClr val="tx1">
                    <a:tint val="82000"/>
                  </a:schemeClr>
                </a:solidFill>
              </a:defRPr>
            </a:lvl1pPr>
            <a:lvl2pPr marL="172867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2pPr>
            <a:lvl3pPr marL="345735" indent="0">
              <a:buNone/>
              <a:defRPr sz="681">
                <a:solidFill>
                  <a:schemeClr val="tx1">
                    <a:tint val="82000"/>
                  </a:schemeClr>
                </a:solidFill>
              </a:defRPr>
            </a:lvl3pPr>
            <a:lvl4pPr marL="518602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4pPr>
            <a:lvl5pPr marL="691469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5pPr>
            <a:lvl6pPr marL="864337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6pPr>
            <a:lvl7pPr marL="1037204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7pPr>
            <a:lvl8pPr marL="1210071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8pPr>
            <a:lvl9pPr marL="1382939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AAB2B-BAE8-7CC3-2790-B8096F959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2AACB-558A-7505-6C22-6DB5D98D6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A4BAF-C4CB-02A5-FF6D-43E695089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lang="en-IN" spc="-55" smtClean="0"/>
              <a:pPr marL="38100">
                <a:spcBef>
                  <a:spcPts val="60"/>
                </a:spcBef>
              </a:pPr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35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3355170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00886-CCD7-B6D7-8975-B56DB8993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779DB-85A3-7DCC-6207-4E071D7C0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6945" y="921265"/>
            <a:ext cx="1959293" cy="21958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19934-7810-65D4-E290-B5BC44F6D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33864" y="921265"/>
            <a:ext cx="1959293" cy="21958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BFB4F-94CE-9201-368A-84E6C5D4C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5B18E-CEAF-3BE8-E236-BB30EB654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AA148-0BFB-29A0-3A00-F5CBCCB0F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lang="en-IN" spc="-55" smtClean="0"/>
              <a:pPr marL="38100">
                <a:spcBef>
                  <a:spcPts val="60"/>
                </a:spcBef>
              </a:pPr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35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189746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7CDE9-A17D-25AC-C78C-5D912686D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45" y="184253"/>
            <a:ext cx="3976211" cy="6689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BD275-41D4-4775-6F9D-B5FB0D1BD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545" y="848365"/>
            <a:ext cx="1950288" cy="415770"/>
          </a:xfrm>
        </p:spPr>
        <p:txBody>
          <a:bodyPr anchor="b"/>
          <a:lstStyle>
            <a:lvl1pPr marL="0" indent="0">
              <a:buNone/>
              <a:defRPr sz="907" b="1"/>
            </a:lvl1pPr>
            <a:lvl2pPr marL="172867" indent="0">
              <a:buNone/>
              <a:defRPr sz="756" b="1"/>
            </a:lvl2pPr>
            <a:lvl3pPr marL="345735" indent="0">
              <a:buNone/>
              <a:defRPr sz="681" b="1"/>
            </a:lvl3pPr>
            <a:lvl4pPr marL="518602" indent="0">
              <a:buNone/>
              <a:defRPr sz="605" b="1"/>
            </a:lvl4pPr>
            <a:lvl5pPr marL="691469" indent="0">
              <a:buNone/>
              <a:defRPr sz="605" b="1"/>
            </a:lvl5pPr>
            <a:lvl6pPr marL="864337" indent="0">
              <a:buNone/>
              <a:defRPr sz="605" b="1"/>
            </a:lvl6pPr>
            <a:lvl7pPr marL="1037204" indent="0">
              <a:buNone/>
              <a:defRPr sz="605" b="1"/>
            </a:lvl7pPr>
            <a:lvl8pPr marL="1210071" indent="0">
              <a:buNone/>
              <a:defRPr sz="605" b="1"/>
            </a:lvl8pPr>
            <a:lvl9pPr marL="1382939" indent="0">
              <a:buNone/>
              <a:defRPr sz="60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BE1530-7A75-E68A-8B82-5B19EB7E8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545" y="1264135"/>
            <a:ext cx="1950288" cy="18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4FC8F0-D909-EDEA-9305-2B1E0326E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333864" y="848365"/>
            <a:ext cx="1959893" cy="415770"/>
          </a:xfrm>
        </p:spPr>
        <p:txBody>
          <a:bodyPr anchor="b"/>
          <a:lstStyle>
            <a:lvl1pPr marL="0" indent="0">
              <a:buNone/>
              <a:defRPr sz="907" b="1"/>
            </a:lvl1pPr>
            <a:lvl2pPr marL="172867" indent="0">
              <a:buNone/>
              <a:defRPr sz="756" b="1"/>
            </a:lvl2pPr>
            <a:lvl3pPr marL="345735" indent="0">
              <a:buNone/>
              <a:defRPr sz="681" b="1"/>
            </a:lvl3pPr>
            <a:lvl4pPr marL="518602" indent="0">
              <a:buNone/>
              <a:defRPr sz="605" b="1"/>
            </a:lvl4pPr>
            <a:lvl5pPr marL="691469" indent="0">
              <a:buNone/>
              <a:defRPr sz="605" b="1"/>
            </a:lvl5pPr>
            <a:lvl6pPr marL="864337" indent="0">
              <a:buNone/>
              <a:defRPr sz="605" b="1"/>
            </a:lvl6pPr>
            <a:lvl7pPr marL="1037204" indent="0">
              <a:buNone/>
              <a:defRPr sz="605" b="1"/>
            </a:lvl7pPr>
            <a:lvl8pPr marL="1210071" indent="0">
              <a:buNone/>
              <a:defRPr sz="605" b="1"/>
            </a:lvl8pPr>
            <a:lvl9pPr marL="1382939" indent="0">
              <a:buNone/>
              <a:defRPr sz="60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A5765F-0FC1-AF00-9495-F38026F1F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333864" y="1264135"/>
            <a:ext cx="1959893" cy="18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E2F528-09F7-9765-A673-AC0066E54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8D3850-30F2-9439-6013-B15376D74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5F9724-2381-D7CD-C345-A1A4F8A8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lang="en-IN" spc="-55" smtClean="0"/>
              <a:pPr marL="38100">
                <a:spcBef>
                  <a:spcPts val="60"/>
                </a:spcBef>
              </a:pPr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35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2282554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AC272-3923-6268-6004-6599B670D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D82E7E-9EF6-9EE8-9368-5908AF4C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4790D-4CCC-0415-188A-3AFBCD394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D7131-E32B-DBFA-04FC-D8EBA0DA6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lang="en-IN" spc="-55" smtClean="0"/>
              <a:pPr marL="38100">
                <a:spcBef>
                  <a:spcPts val="60"/>
                </a:spcBef>
              </a:pPr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35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115862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B0AF1A-A8FF-6F7F-994A-ECCB32F6F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267A2-F246-08D2-0CAC-2FF256F9B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B922B-AB16-ACA3-A76D-5DB55EBC9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lang="en-IN" spc="-55" smtClean="0"/>
              <a:pPr marL="38100">
                <a:spcBef>
                  <a:spcPts val="60"/>
                </a:spcBef>
              </a:pPr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35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2766971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B9FD-DC40-B804-F455-E15EE9090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46" y="230717"/>
            <a:ext cx="1486877" cy="807508"/>
          </a:xfrm>
        </p:spPr>
        <p:txBody>
          <a:bodyPr anchor="b"/>
          <a:lstStyle>
            <a:lvl1pPr>
              <a:defRPr sz="121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DAB45-3654-482C-8558-DC12C61F9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894" y="498284"/>
            <a:ext cx="2333863" cy="2459376"/>
          </a:xfrm>
        </p:spPr>
        <p:txBody>
          <a:bodyPr/>
          <a:lstStyle>
            <a:lvl1pPr>
              <a:defRPr sz="1210"/>
            </a:lvl1pPr>
            <a:lvl2pPr>
              <a:defRPr sz="1059"/>
            </a:lvl2pPr>
            <a:lvl3pPr>
              <a:defRPr sz="907"/>
            </a:lvl3pPr>
            <a:lvl4pPr>
              <a:defRPr sz="756"/>
            </a:lvl4pPr>
            <a:lvl5pPr>
              <a:defRPr sz="756"/>
            </a:lvl5pPr>
            <a:lvl6pPr>
              <a:defRPr sz="756"/>
            </a:lvl6pPr>
            <a:lvl7pPr>
              <a:defRPr sz="756"/>
            </a:lvl7pPr>
            <a:lvl8pPr>
              <a:defRPr sz="756"/>
            </a:lvl8pPr>
            <a:lvl9pPr>
              <a:defRPr sz="7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97387-7968-9E34-1627-285B020E0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7546" y="1038225"/>
            <a:ext cx="1486877" cy="1923440"/>
          </a:xfrm>
        </p:spPr>
        <p:txBody>
          <a:bodyPr/>
          <a:lstStyle>
            <a:lvl1pPr marL="0" indent="0">
              <a:buNone/>
              <a:defRPr sz="605"/>
            </a:lvl1pPr>
            <a:lvl2pPr marL="172867" indent="0">
              <a:buNone/>
              <a:defRPr sz="529"/>
            </a:lvl2pPr>
            <a:lvl3pPr marL="345735" indent="0">
              <a:buNone/>
              <a:defRPr sz="454"/>
            </a:lvl3pPr>
            <a:lvl4pPr marL="518602" indent="0">
              <a:buNone/>
              <a:defRPr sz="378"/>
            </a:lvl4pPr>
            <a:lvl5pPr marL="691469" indent="0">
              <a:buNone/>
              <a:defRPr sz="378"/>
            </a:lvl5pPr>
            <a:lvl6pPr marL="864337" indent="0">
              <a:buNone/>
              <a:defRPr sz="378"/>
            </a:lvl6pPr>
            <a:lvl7pPr marL="1037204" indent="0">
              <a:buNone/>
              <a:defRPr sz="378"/>
            </a:lvl7pPr>
            <a:lvl8pPr marL="1210071" indent="0">
              <a:buNone/>
              <a:defRPr sz="378"/>
            </a:lvl8pPr>
            <a:lvl9pPr marL="1382939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FBC73-57D7-A09B-58B3-FEA362EBA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67FC47-50E3-9409-4270-F61655974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502A7-4A3C-EF76-A376-4EC5EBBE3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lang="en-IN" spc="-55" smtClean="0"/>
              <a:pPr marL="38100">
                <a:spcBef>
                  <a:spcPts val="60"/>
                </a:spcBef>
              </a:pPr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35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220531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7F383-DD2A-2BEB-F6D0-B01E80883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46" y="230717"/>
            <a:ext cx="1486877" cy="807508"/>
          </a:xfrm>
        </p:spPr>
        <p:txBody>
          <a:bodyPr anchor="b"/>
          <a:lstStyle>
            <a:lvl1pPr>
              <a:defRPr sz="121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95E30-86D3-18B5-B837-8E50884D1D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959894" y="498284"/>
            <a:ext cx="2333863" cy="2459376"/>
          </a:xfrm>
        </p:spPr>
        <p:txBody>
          <a:bodyPr/>
          <a:lstStyle>
            <a:lvl1pPr marL="0" indent="0">
              <a:buNone/>
              <a:defRPr sz="1210"/>
            </a:lvl1pPr>
            <a:lvl2pPr marL="172867" indent="0">
              <a:buNone/>
              <a:defRPr sz="1059"/>
            </a:lvl2pPr>
            <a:lvl3pPr marL="345735" indent="0">
              <a:buNone/>
              <a:defRPr sz="907"/>
            </a:lvl3pPr>
            <a:lvl4pPr marL="518602" indent="0">
              <a:buNone/>
              <a:defRPr sz="756"/>
            </a:lvl4pPr>
            <a:lvl5pPr marL="691469" indent="0">
              <a:buNone/>
              <a:defRPr sz="756"/>
            </a:lvl5pPr>
            <a:lvl6pPr marL="864337" indent="0">
              <a:buNone/>
              <a:defRPr sz="756"/>
            </a:lvl6pPr>
            <a:lvl7pPr marL="1037204" indent="0">
              <a:buNone/>
              <a:defRPr sz="756"/>
            </a:lvl7pPr>
            <a:lvl8pPr marL="1210071" indent="0">
              <a:buNone/>
              <a:defRPr sz="756"/>
            </a:lvl8pPr>
            <a:lvl9pPr marL="1382939" indent="0">
              <a:buNone/>
              <a:defRPr sz="756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7845B-A5B4-1F02-7349-520D91AD2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7546" y="1038225"/>
            <a:ext cx="1486877" cy="1923440"/>
          </a:xfrm>
        </p:spPr>
        <p:txBody>
          <a:bodyPr/>
          <a:lstStyle>
            <a:lvl1pPr marL="0" indent="0">
              <a:buNone/>
              <a:defRPr sz="605"/>
            </a:lvl1pPr>
            <a:lvl2pPr marL="172867" indent="0">
              <a:buNone/>
              <a:defRPr sz="529"/>
            </a:lvl2pPr>
            <a:lvl3pPr marL="345735" indent="0">
              <a:buNone/>
              <a:defRPr sz="454"/>
            </a:lvl3pPr>
            <a:lvl4pPr marL="518602" indent="0">
              <a:buNone/>
              <a:defRPr sz="378"/>
            </a:lvl4pPr>
            <a:lvl5pPr marL="691469" indent="0">
              <a:buNone/>
              <a:defRPr sz="378"/>
            </a:lvl5pPr>
            <a:lvl6pPr marL="864337" indent="0">
              <a:buNone/>
              <a:defRPr sz="378"/>
            </a:lvl6pPr>
            <a:lvl7pPr marL="1037204" indent="0">
              <a:buNone/>
              <a:defRPr sz="378"/>
            </a:lvl7pPr>
            <a:lvl8pPr marL="1210071" indent="0">
              <a:buNone/>
              <a:defRPr sz="378"/>
            </a:lvl8pPr>
            <a:lvl9pPr marL="1382939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DE882-8E67-3F3C-89F3-F1C337B82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2B73B-7F00-E5C1-F414-982826DC0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9F68C-4465-B6AD-4A4F-B26DBFCD3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lang="en-IN" spc="-55" smtClean="0"/>
              <a:pPr marL="38100">
                <a:spcBef>
                  <a:spcPts val="60"/>
                </a:spcBef>
              </a:pPr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35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575428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04037-2D86-63A9-4C5C-0C0F106B9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4D557-7052-EC94-E88A-960568BEC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FEE61-F0E5-F4A0-9CC5-0F67D0F4B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71491-FD8A-0451-3C51-CD7CE4924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CE4CF-9D73-7AE7-32D2-21502B3C4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lang="en-IN" spc="-55" smtClean="0"/>
              <a:pPr marL="38100">
                <a:spcBef>
                  <a:spcPts val="60"/>
                </a:spcBef>
              </a:pPr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35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259958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1C127A-2F7E-7AE5-92CF-0AEE044B23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299104" y="184253"/>
            <a:ext cx="994053" cy="29328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2FC80B-6EBA-5AC2-9462-F562C7550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16944" y="184253"/>
            <a:ext cx="2924532" cy="29328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E3FF4-098C-5EDC-269C-A78A089C4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9D0F0-50D3-9AEB-A2F9-F3BB6B9BF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4D00E-A4C1-47CE-2F93-239CA86F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lang="en-IN" spc="-55" smtClean="0"/>
              <a:pPr marL="38100">
                <a:spcBef>
                  <a:spcPts val="60"/>
                </a:spcBef>
              </a:pPr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35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3421780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D4FEA-3F6D-548C-F00E-FC316F496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945" y="184253"/>
            <a:ext cx="3976211" cy="668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8408F-DA26-B015-EB02-ECC200194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6945" y="921265"/>
            <a:ext cx="3976211" cy="2195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F2BBC-574B-D42B-6C8E-501BD9805D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6945" y="3207605"/>
            <a:ext cx="1037273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A03D3-9BF4-437E-BEA5-65AA0FD0A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7096" y="3207605"/>
            <a:ext cx="1555909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601C5-02BF-AD1D-815C-5200D9553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55884" y="3207605"/>
            <a:ext cx="1037273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38100">
              <a:spcBef>
                <a:spcPts val="60"/>
              </a:spcBef>
            </a:pPr>
            <a:fld id="{81D60167-4931-47E6-BA6A-407CBD079E47}" type="slidenum">
              <a:rPr lang="en-IN" spc="-55" smtClean="0"/>
              <a:pPr marL="38100">
                <a:spcBef>
                  <a:spcPts val="60"/>
                </a:spcBef>
              </a:pPr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35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4098183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345735" rtl="0" eaLnBrk="1" latinLnBrk="0" hangingPunct="1">
        <a:lnSpc>
          <a:spcPct val="90000"/>
        </a:lnSpc>
        <a:spcBef>
          <a:spcPct val="0"/>
        </a:spcBef>
        <a:buNone/>
        <a:defRPr sz="16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6434" indent="-86434" algn="l" defTabSz="345735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059" kern="1200">
          <a:solidFill>
            <a:schemeClr val="tx1"/>
          </a:solidFill>
          <a:latin typeface="+mn-lt"/>
          <a:ea typeface="+mn-ea"/>
          <a:cs typeface="+mn-cs"/>
        </a:defRPr>
      </a:lvl1pPr>
      <a:lvl2pPr marL="259301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907" kern="1200">
          <a:solidFill>
            <a:schemeClr val="tx1"/>
          </a:solidFill>
          <a:latin typeface="+mn-lt"/>
          <a:ea typeface="+mn-ea"/>
          <a:cs typeface="+mn-cs"/>
        </a:defRPr>
      </a:lvl2pPr>
      <a:lvl3pPr marL="432168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605036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77903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950770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123638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96505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69372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2867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45735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18602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691469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64337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37204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10071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382939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9250" y="1120775"/>
            <a:ext cx="1752600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600" b="1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z="1600" b="1" spc="265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18780" y="1533847"/>
            <a:ext cx="972540" cy="393056"/>
          </a:xfrm>
          <a:prstGeom prst="rect">
            <a:avLst/>
          </a:prstGeom>
        </p:spPr>
        <p:txBody>
          <a:bodyPr vert="horz" wrap="square" lIns="0" tIns="1587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2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MLPs</a:t>
            </a:r>
            <a:endParaRPr sz="2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1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220" y="577693"/>
            <a:ext cx="3976211" cy="273408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Linearly</a:t>
            </a:r>
            <a:r>
              <a:rPr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Non-separable</a:t>
            </a:r>
            <a:r>
              <a:rPr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2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511" y="1111972"/>
            <a:ext cx="4135754" cy="13004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5420" marR="28575" indent="-173355" algn="just">
              <a:lnSpc>
                <a:spcPct val="102600"/>
              </a:lnSpc>
              <a:spcBef>
                <a:spcPts val="5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mentioned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before,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perceptrons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	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boundaries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unable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linearly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separable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5420" marR="5080" indent="-173355" algn="just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cases,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1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techniques,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1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networks,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input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higher-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sz="11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becomes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linearly</a:t>
            </a:r>
            <a:r>
              <a:rPr sz="11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separable.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6055" indent="-173355" algn="just">
              <a:spcBef>
                <a:spcPts val="334"/>
              </a:spcBef>
              <a:buClr>
                <a:srgbClr val="6B8DA7"/>
              </a:buClr>
              <a:buFont typeface="Segoe UI Symbol"/>
              <a:buChar char="❑"/>
              <a:tabLst>
                <a:tab pos="186055" algn="l"/>
              </a:tabLst>
            </a:pP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linearly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6690" algn="just">
              <a:spcBef>
                <a:spcPts val="35"/>
              </a:spcBef>
            </a:pP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separable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solved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  <a:r>
              <a:rPr sz="1100" spc="-10" dirty="0">
                <a:latin typeface="Arial MT"/>
                <a:cs typeface="Arial MT"/>
              </a:rPr>
              <a:t>.</a:t>
            </a:r>
            <a:endParaRPr sz="11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949" y="382008"/>
            <a:ext cx="3976211" cy="273408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316949" y="921265"/>
            <a:ext cx="3976211" cy="1693424"/>
          </a:xfrm>
          <a:prstGeom prst="rect">
            <a:avLst/>
          </a:prstGeom>
        </p:spPr>
        <p:txBody>
          <a:bodyPr vert="horz" wrap="square" lIns="0" tIns="86245" rIns="0" bIns="0" rtlCol="0">
            <a:spAutoFit/>
          </a:bodyPr>
          <a:lstStyle/>
          <a:p>
            <a:pPr marL="185420" marR="120014" indent="-173355">
              <a:lnSpc>
                <a:spcPct val="102699"/>
              </a:lnSpc>
              <a:spcBef>
                <a:spcPts val="5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(also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feedforward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networks) 	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perceptrons,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allowing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</a:p>
          <a:p>
            <a:pPr marL="186690">
              <a:lnSpc>
                <a:spcPct val="100000"/>
              </a:lnSpc>
              <a:spcBef>
                <a:spcPts val="35"/>
              </a:spcBef>
            </a:pP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boundaries.</a:t>
            </a:r>
          </a:p>
          <a:p>
            <a:pPr marL="185420" marR="5080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neurons,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serving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layer.</a:t>
            </a:r>
          </a:p>
          <a:p>
            <a:pPr marL="186055" indent="-173355">
              <a:lnSpc>
                <a:spcPct val="100000"/>
              </a:lnSpc>
              <a:spcBef>
                <a:spcPts val="330"/>
              </a:spcBef>
              <a:buClr>
                <a:srgbClr val="6B8DA7"/>
              </a:buClr>
              <a:buFont typeface="Segoe UI Symbol"/>
              <a:buChar char="❑"/>
              <a:tabLst>
                <a:tab pos="186055" algn="l"/>
              </a:tabLst>
            </a:pP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layers.</a:t>
            </a:r>
          </a:p>
          <a:p>
            <a:pPr marL="185420" marR="194945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	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minimizing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3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7650" y="293299"/>
            <a:ext cx="270891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400" b="1" spc="55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</a:t>
            </a:r>
            <a:r>
              <a:rPr sz="1400" b="1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1400" b="1" spc="185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  <a:r>
              <a:rPr sz="1400" b="1" spc="185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140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(MLP)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626" y="743604"/>
            <a:ext cx="3464784" cy="22516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4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949" y="382008"/>
            <a:ext cx="3976211" cy="273408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  <a:r>
              <a:rPr spc="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316949" y="921267"/>
            <a:ext cx="3976211" cy="1472774"/>
          </a:xfrm>
          <a:prstGeom prst="rect">
            <a:avLst/>
          </a:prstGeom>
        </p:spPr>
        <p:txBody>
          <a:bodyPr vert="horz" wrap="square" lIns="0" tIns="228663" rIns="0" bIns="0" rtlCol="0">
            <a:spAutoFit/>
          </a:bodyPr>
          <a:lstStyle/>
          <a:p>
            <a:pPr marL="185420" marR="5080" indent="-173355">
              <a:lnSpc>
                <a:spcPct val="102600"/>
              </a:lnSpc>
              <a:spcBef>
                <a:spcPts val="5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networks,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	function 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linearity.</a:t>
            </a:r>
          </a:p>
          <a:p>
            <a:pPr marL="185420" marR="36830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functions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function,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hyperbolic 	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tangent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(tanh)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function,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Rectified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(ReLU)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</a:p>
          <a:p>
            <a:pPr marL="185420" marR="85090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transformations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	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inputs,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allowing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complex 	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boundaries.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5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450" y="251549"/>
            <a:ext cx="254762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400" b="1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  <a:r>
              <a:rPr sz="1400" b="1" spc="180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sz="1400" b="1" spc="185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400" b="1" spc="180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114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4" y="671122"/>
            <a:ext cx="3276599" cy="259790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6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949" y="382008"/>
            <a:ext cx="3976211" cy="273408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7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515" y="995047"/>
            <a:ext cx="3846195" cy="34528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5420" marR="5080" indent="-173355">
              <a:lnSpc>
                <a:spcPct val="102699"/>
              </a:lnSpc>
              <a:spcBef>
                <a:spcPts val="5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	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networks,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16178" y="1442938"/>
            <a:ext cx="9461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100" spc="-50" dirty="0">
                <a:latin typeface="Arial MT"/>
                <a:cs typeface="Arial MT"/>
              </a:rPr>
              <a:t>1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34323" y="1653273"/>
            <a:ext cx="458470" cy="0"/>
          </a:xfrm>
          <a:custGeom>
            <a:avLst/>
            <a:gdLst/>
            <a:ahLst/>
            <a:cxnLst/>
            <a:rect l="l" t="t" r="r" b="b"/>
            <a:pathLst>
              <a:path w="458469">
                <a:moveTo>
                  <a:pt x="0" y="0"/>
                </a:moveTo>
                <a:lnTo>
                  <a:pt x="45792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62177" y="1541925"/>
            <a:ext cx="97536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650" spc="-120" baseline="-37878" dirty="0">
                <a:latin typeface="Arial MT"/>
                <a:cs typeface="Arial MT"/>
              </a:rPr>
              <a:t>1</a:t>
            </a:r>
            <a:r>
              <a:rPr sz="1650" spc="-67" baseline="-37878" dirty="0">
                <a:latin typeface="Arial MT"/>
                <a:cs typeface="Arial MT"/>
              </a:rPr>
              <a:t> </a:t>
            </a:r>
            <a:r>
              <a:rPr sz="1650" baseline="-37878" dirty="0">
                <a:latin typeface="Tahoma"/>
                <a:cs typeface="Tahoma"/>
              </a:rPr>
              <a:t>+</a:t>
            </a:r>
            <a:r>
              <a:rPr sz="1650" spc="-127" baseline="-37878" dirty="0">
                <a:latin typeface="Tahoma"/>
                <a:cs typeface="Tahoma"/>
              </a:rPr>
              <a:t> </a:t>
            </a:r>
            <a:r>
              <a:rPr sz="1650" i="1" spc="-37" baseline="-37878" dirty="0">
                <a:latin typeface="Arial"/>
                <a:cs typeface="Arial"/>
              </a:rPr>
              <a:t>e</a:t>
            </a:r>
            <a:r>
              <a:rPr sz="1200" i="1" spc="-37" baseline="-31250" dirty="0">
                <a:latin typeface="Arial"/>
                <a:cs typeface="Arial"/>
              </a:rPr>
              <a:t>−x</a:t>
            </a:r>
            <a:endParaRPr sz="1200" baseline="-312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8515" y="1841553"/>
            <a:ext cx="4064635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5420" marR="5080" indent="-173355">
              <a:lnSpc>
                <a:spcPct val="102600"/>
              </a:lnSpc>
              <a:spcBef>
                <a:spcPts val="5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	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shaped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5420" marR="497205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differentiable,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11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</a:t>
            </a:r>
            <a:r>
              <a:rPr sz="11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</a:t>
            </a:r>
            <a:r>
              <a:rPr sz="11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1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	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</a:t>
            </a:r>
            <a:r>
              <a:rPr sz="1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949" y="382008"/>
            <a:ext cx="3976211" cy="273408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Hyperbolic</a:t>
            </a:r>
            <a:r>
              <a:rPr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Tangent</a:t>
            </a:r>
            <a:r>
              <a:rPr spc="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(tanh)</a:t>
            </a:r>
            <a:r>
              <a:rPr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8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  <p:sp>
        <p:nvSpPr>
          <p:cNvPr id="4" name="object 4"/>
          <p:cNvSpPr/>
          <p:nvPr/>
        </p:nvSpPr>
        <p:spPr>
          <a:xfrm>
            <a:off x="2715107" y="1451203"/>
            <a:ext cx="525780" cy="0"/>
          </a:xfrm>
          <a:custGeom>
            <a:avLst/>
            <a:gdLst/>
            <a:ahLst/>
            <a:cxnLst/>
            <a:rect l="l" t="t" r="r" b="b"/>
            <a:pathLst>
              <a:path w="525780">
                <a:moveTo>
                  <a:pt x="0" y="0"/>
                </a:moveTo>
                <a:lnTo>
                  <a:pt x="52520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0411" y="772645"/>
            <a:ext cx="4236720" cy="21672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23520" marR="50800" indent="-173355">
              <a:lnSpc>
                <a:spcPct val="102600"/>
              </a:lnSpc>
              <a:spcBef>
                <a:spcPts val="55"/>
              </a:spcBef>
              <a:buClr>
                <a:srgbClr val="6B8DA7"/>
              </a:buClr>
              <a:buFont typeface="Segoe UI Symbol"/>
              <a:buChar char="❑"/>
              <a:tabLst>
                <a:tab pos="224790" algn="l"/>
              </a:tabLst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hyperbolic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tangent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(tanh)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 	function,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84"/>
              </a:spcBef>
              <a:buClr>
                <a:srgbClr val="6B8DA7"/>
              </a:buClr>
              <a:buFont typeface="Segoe UI Symbol"/>
              <a:buChar char="❑"/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6854" algn="ctr">
              <a:lnSpc>
                <a:spcPts val="875"/>
              </a:lnSpc>
            </a:pP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100" i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1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1100" i="1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tanh(</a:t>
            </a:r>
            <a:r>
              <a:rPr sz="1100" i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1100" i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11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i="1" baseline="378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200" i="1" baseline="798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1200" i="1" spc="232" baseline="798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spc="-52" baseline="378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sz="1650" spc="-142" baseline="378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i="1" spc="-37" baseline="378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200" i="1" spc="-37" baseline="798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−x</a:t>
            </a:r>
            <a:endParaRPr sz="1200" baseline="7986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24125">
              <a:lnSpc>
                <a:spcPts val="875"/>
              </a:lnSpc>
            </a:pPr>
            <a:r>
              <a:rPr sz="1650" i="1" baseline="-15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800" i="1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aseline="-15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1650" spc="-157" baseline="-15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i="1" spc="-37" baseline="-15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8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−x</a:t>
            </a:r>
            <a:endParaRPr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marR="271145" indent="-173355">
              <a:lnSpc>
                <a:spcPct val="102600"/>
              </a:lnSpc>
              <a:spcBef>
                <a:spcPts val="615"/>
              </a:spcBef>
              <a:buClr>
                <a:srgbClr val="6B8DA7"/>
              </a:buClr>
              <a:buFont typeface="Segoe UI Symbol"/>
              <a:buChar char="❑"/>
              <a:tabLst>
                <a:tab pos="224790" algn="l"/>
              </a:tabLst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tanh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1),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	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marR="678180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22479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differentiable,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1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	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</a:t>
            </a:r>
            <a:r>
              <a:rPr sz="1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marR="17780" indent="-173355">
              <a:lnSpc>
                <a:spcPct val="102600"/>
              </a:lnSpc>
              <a:spcBef>
                <a:spcPts val="295"/>
              </a:spcBef>
              <a:buClr>
                <a:srgbClr val="6B8DA7"/>
              </a:buClr>
              <a:buFont typeface="Segoe UI Symbol"/>
              <a:buChar char="❑"/>
              <a:tabLst>
                <a:tab pos="224790" algn="l"/>
              </a:tabLst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tanh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	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layers,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1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centered,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mitigate 	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vanishing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949" y="382008"/>
            <a:ext cx="3976211" cy="273408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Rectified</a:t>
            </a:r>
            <a:r>
              <a:rPr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(ReLU)</a:t>
            </a:r>
            <a:r>
              <a:rPr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9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511" y="811164"/>
            <a:ext cx="4017010" cy="20707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5420" marR="68580" indent="-173355">
              <a:lnSpc>
                <a:spcPct val="102600"/>
              </a:lnSpc>
              <a:spcBef>
                <a:spcPts val="5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Rectified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(ReLU)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widely-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	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function,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5"/>
              </a:spcBef>
              <a:buClr>
                <a:srgbClr val="6B8DA7"/>
              </a:buClr>
              <a:buFont typeface="Segoe UI Symbol"/>
              <a:buChar char="❑"/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5135"/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1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1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1100" i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max(0</a:t>
            </a:r>
            <a:r>
              <a:rPr sz="1100" i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1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1100" i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5420" marR="40005" indent="-173355">
              <a:lnSpc>
                <a:spcPct val="102600"/>
              </a:lnSpc>
              <a:spcBef>
                <a:spcPts val="65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</a:t>
            </a:r>
            <a:r>
              <a:rPr sz="1100" i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100" i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∞),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	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piecewise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curve.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5420" marR="246379" indent="-173355">
              <a:lnSpc>
                <a:spcPct val="102699"/>
              </a:lnSpc>
              <a:spcBef>
                <a:spcPts val="29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mitigate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vanishing 	gradient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5420" marR="5080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suffer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"dying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ReLU"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problem, 	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become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inactive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	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sz="1100" spc="-10" dirty="0">
                <a:latin typeface="Arial MT"/>
                <a:cs typeface="Arial MT"/>
              </a:rPr>
              <a:t>.</a:t>
            </a:r>
            <a:endParaRPr sz="11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949" y="382008"/>
            <a:ext cx="3976211" cy="273408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  <a:r>
              <a:rPr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(MLP)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10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511" y="966532"/>
            <a:ext cx="4192904" cy="16827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5420" marR="6350" indent="-173355" algn="just">
              <a:lnSpc>
                <a:spcPct val="102600"/>
              </a:lnSpc>
              <a:spcBef>
                <a:spcPts val="5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perceptron,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	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perceptrons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network,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	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(MLP).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5420" marR="5080" indent="-173355" algn="just">
              <a:lnSpc>
                <a:spcPct val="102699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layer,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layers,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	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5420" marR="168275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perceptrons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neurons),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	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adjacent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5420" marR="8890" indent="-173355">
              <a:lnSpc>
                <a:spcPct val="102600"/>
              </a:lnSpc>
              <a:spcBef>
                <a:spcPts val="29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connections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associated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weights,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	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7650" y="292276"/>
            <a:ext cx="270891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400" b="1" spc="55" dirty="0">
                <a:solidFill>
                  <a:srgbClr val="19208C"/>
                </a:solidFill>
                <a:latin typeface="Arial"/>
                <a:cs typeface="Arial"/>
              </a:rPr>
              <a:t>Multi-</a:t>
            </a:r>
            <a:r>
              <a:rPr sz="1400" b="1" dirty="0">
                <a:solidFill>
                  <a:srgbClr val="19208C"/>
                </a:solidFill>
                <a:latin typeface="Arial"/>
                <a:cs typeface="Arial"/>
              </a:rPr>
              <a:t>Layer</a:t>
            </a:r>
            <a:r>
              <a:rPr sz="1400" b="1" spc="185" dirty="0">
                <a:solidFill>
                  <a:srgbClr val="19208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9208C"/>
                </a:solidFill>
                <a:latin typeface="Arial"/>
                <a:cs typeface="Arial"/>
              </a:rPr>
              <a:t>Perceptron</a:t>
            </a:r>
            <a:r>
              <a:rPr sz="1400" b="1" spc="185" dirty="0">
                <a:solidFill>
                  <a:srgbClr val="19208C"/>
                </a:solidFill>
                <a:latin typeface="Arial"/>
                <a:cs typeface="Arial"/>
              </a:rPr>
              <a:t> </a:t>
            </a:r>
            <a:r>
              <a:rPr sz="1400" b="1" spc="140" dirty="0">
                <a:solidFill>
                  <a:srgbClr val="19208C"/>
                </a:solidFill>
                <a:latin typeface="Arial"/>
                <a:cs typeface="Arial"/>
              </a:rPr>
              <a:t>(MLP)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630" y="550292"/>
            <a:ext cx="3464493" cy="27617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11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949" y="382008"/>
            <a:ext cx="3976211" cy="273408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  <a:r>
              <a:rPr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12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515" y="955969"/>
            <a:ext cx="4070985" cy="11080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5420" marR="5080" indent="-173355" algn="just">
              <a:lnSpc>
                <a:spcPct val="102600"/>
              </a:lnSpc>
              <a:spcBef>
                <a:spcPts val="5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MLP,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1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functions,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	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functions,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	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5420" marR="22860" indent="-173355" algn="just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boundaries,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	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6055" indent="-173355" algn="just">
              <a:spcBef>
                <a:spcPts val="175"/>
              </a:spcBef>
              <a:buClr>
                <a:srgbClr val="6B8DA7"/>
              </a:buClr>
              <a:buFont typeface="Segoe UI Symbol"/>
              <a:buChar char="❑"/>
              <a:tabLst>
                <a:tab pos="186055" algn="l"/>
              </a:tabLst>
            </a:pPr>
            <a:r>
              <a:rPr sz="11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4718" y="2061168"/>
            <a:ext cx="107315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0" indent="-165100">
              <a:spcBef>
                <a:spcPts val="95"/>
              </a:spcBef>
              <a:buClr>
                <a:srgbClr val="6B8DA7"/>
              </a:buClr>
              <a:buFont typeface="Segoe UI Symbol"/>
              <a:buChar char="❑"/>
              <a:tabLst>
                <a:tab pos="177800" algn="l"/>
              </a:tabLst>
            </a:pPr>
            <a:r>
              <a:rPr sz="1000" spc="-25" dirty="0">
                <a:latin typeface="Arial MT"/>
                <a:cs typeface="Arial MT"/>
              </a:rPr>
              <a:t>Sigmoid:</a:t>
            </a:r>
            <a:r>
              <a:rPr sz="1000" spc="110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00" i="1" spc="-70" dirty="0">
                <a:latin typeface="Arial"/>
                <a:cs typeface="Arial"/>
              </a:rPr>
              <a:t> </a:t>
            </a:r>
            <a:r>
              <a:rPr sz="1000" spc="-30" dirty="0">
                <a:latin typeface="Tahoma"/>
                <a:cs typeface="Tahoma"/>
              </a:rPr>
              <a:t>(</a:t>
            </a:r>
            <a:r>
              <a:rPr sz="1000" i="1" spc="-30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=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9206" y="2049304"/>
            <a:ext cx="74930" cy="11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700" spc="-50" dirty="0"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25498" y="2168753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0" y="0"/>
                </a:moveTo>
                <a:lnTo>
                  <a:pt x="28186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12802" y="2142750"/>
            <a:ext cx="189865" cy="11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700" spc="-25" dirty="0">
                <a:latin typeface="Arial MT"/>
                <a:cs typeface="Arial MT"/>
              </a:rPr>
              <a:t>1</a:t>
            </a:r>
            <a:r>
              <a:rPr sz="700" spc="-25" dirty="0">
                <a:latin typeface="Verdana"/>
                <a:cs typeface="Verdana"/>
              </a:rPr>
              <a:t>+</a:t>
            </a:r>
            <a:r>
              <a:rPr sz="700" i="1" spc="-25" dirty="0">
                <a:latin typeface="Arial"/>
                <a:cs typeface="Arial"/>
              </a:rPr>
              <a:t>e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3033" y="2142756"/>
            <a:ext cx="125095" cy="891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500" i="1" spc="95" dirty="0">
                <a:latin typeface="Arial"/>
                <a:cs typeface="Arial"/>
              </a:rPr>
              <a:t>−x</a:t>
            </a:r>
            <a:endParaRPr sz="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8704" y="2207385"/>
            <a:ext cx="2486025" cy="1917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0480" algn="r">
              <a:lnSpc>
                <a:spcPts val="395"/>
              </a:lnSpc>
              <a:spcBef>
                <a:spcPts val="95"/>
              </a:spcBef>
              <a:tabLst>
                <a:tab pos="169545" algn="l"/>
              </a:tabLst>
            </a:pPr>
            <a:r>
              <a:rPr sz="500" i="1" spc="-50" dirty="0">
                <a:latin typeface="Arial"/>
                <a:cs typeface="Arial"/>
              </a:rPr>
              <a:t>x</a:t>
            </a:r>
            <a:r>
              <a:rPr sz="500" i="1" dirty="0">
                <a:latin typeface="Arial"/>
                <a:cs typeface="Arial"/>
              </a:rPr>
              <a:t>	</a:t>
            </a:r>
            <a:r>
              <a:rPr sz="500" i="1" spc="95" dirty="0">
                <a:latin typeface="Arial"/>
                <a:cs typeface="Arial"/>
              </a:rPr>
              <a:t>−x</a:t>
            </a:r>
            <a:endParaRPr sz="500" dirty="0">
              <a:latin typeface="Arial"/>
              <a:cs typeface="Arial"/>
            </a:endParaRPr>
          </a:p>
          <a:p>
            <a:pPr marL="203200" indent="-165100">
              <a:lnSpc>
                <a:spcPts val="994"/>
              </a:lnSpc>
              <a:buClr>
                <a:srgbClr val="6B8DA7"/>
              </a:buClr>
              <a:buFont typeface="Segoe UI Symbol"/>
              <a:buChar char="❑"/>
              <a:tabLst>
                <a:tab pos="203200" algn="l"/>
              </a:tabLst>
            </a:pPr>
            <a:r>
              <a:rPr sz="1000" spc="-25" dirty="0">
                <a:latin typeface="Arial MT"/>
                <a:cs typeface="Arial MT"/>
              </a:rPr>
              <a:t>Hyperbolic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Tangent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(tanh):</a:t>
            </a:r>
            <a:r>
              <a:rPr sz="1000" spc="145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00" i="1" spc="-70" dirty="0">
                <a:latin typeface="Arial"/>
                <a:cs typeface="Arial"/>
              </a:rPr>
              <a:t> </a:t>
            </a:r>
            <a:r>
              <a:rPr sz="1000" spc="-30" dirty="0">
                <a:latin typeface="Tahoma"/>
                <a:cs typeface="Tahoma"/>
              </a:rPr>
              <a:t>(</a:t>
            </a:r>
            <a:r>
              <a:rPr sz="1000" i="1" spc="-30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50" i="1" baseline="31746" dirty="0">
                <a:latin typeface="Arial"/>
                <a:cs typeface="Arial"/>
              </a:rPr>
              <a:t>e</a:t>
            </a:r>
            <a:r>
              <a:rPr sz="1050" i="1" spc="262" baseline="31746" dirty="0">
                <a:latin typeface="Arial"/>
                <a:cs typeface="Arial"/>
              </a:rPr>
              <a:t> </a:t>
            </a:r>
            <a:r>
              <a:rPr sz="1050" i="1" spc="67" baseline="31746" dirty="0">
                <a:latin typeface="Arial"/>
                <a:cs typeface="Arial"/>
              </a:rPr>
              <a:t>−e</a:t>
            </a:r>
            <a:endParaRPr sz="1050" baseline="31746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19540" y="2364435"/>
            <a:ext cx="330200" cy="0"/>
          </a:xfrm>
          <a:custGeom>
            <a:avLst/>
            <a:gdLst/>
            <a:ahLst/>
            <a:cxnLst/>
            <a:rect l="l" t="t" r="r" b="b"/>
            <a:pathLst>
              <a:path w="330200">
                <a:moveTo>
                  <a:pt x="0" y="0"/>
                </a:moveTo>
                <a:lnTo>
                  <a:pt x="32976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67312" y="2340353"/>
            <a:ext cx="2756535" cy="273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03530" algn="r">
              <a:lnSpc>
                <a:spcPts val="795"/>
              </a:lnSpc>
              <a:spcBef>
                <a:spcPts val="95"/>
              </a:spcBef>
            </a:pPr>
            <a:r>
              <a:rPr sz="1050" i="1" spc="-30" baseline="-15873" dirty="0">
                <a:latin typeface="Arial"/>
                <a:cs typeface="Arial"/>
              </a:rPr>
              <a:t>e</a:t>
            </a:r>
            <a:r>
              <a:rPr sz="500" i="1" spc="-20" dirty="0">
                <a:latin typeface="Arial"/>
                <a:cs typeface="Arial"/>
              </a:rPr>
              <a:t>x</a:t>
            </a:r>
            <a:r>
              <a:rPr sz="500" i="1" spc="-30" dirty="0">
                <a:latin typeface="Arial"/>
                <a:cs typeface="Arial"/>
              </a:rPr>
              <a:t> </a:t>
            </a:r>
            <a:r>
              <a:rPr sz="1050" spc="52" baseline="-15873" dirty="0">
                <a:latin typeface="Verdana"/>
                <a:cs typeface="Verdana"/>
              </a:rPr>
              <a:t>+</a:t>
            </a:r>
            <a:r>
              <a:rPr sz="1050" i="1" spc="52" baseline="-15873" dirty="0">
                <a:latin typeface="Arial"/>
                <a:cs typeface="Arial"/>
              </a:rPr>
              <a:t>e</a:t>
            </a:r>
            <a:r>
              <a:rPr sz="500" i="1" spc="35" dirty="0">
                <a:latin typeface="Arial"/>
                <a:cs typeface="Arial"/>
              </a:rPr>
              <a:t>−x</a:t>
            </a:r>
            <a:endParaRPr sz="500" dirty="0">
              <a:latin typeface="Arial"/>
              <a:cs typeface="Arial"/>
            </a:endParaRPr>
          </a:p>
          <a:p>
            <a:pPr marL="203200" indent="-165100">
              <a:lnSpc>
                <a:spcPts val="1155"/>
              </a:lnSpc>
              <a:buClr>
                <a:srgbClr val="6B8DA7"/>
              </a:buClr>
              <a:buFont typeface="Segoe UI Symbol"/>
              <a:buChar char="❑"/>
              <a:tabLst>
                <a:tab pos="203200" algn="l"/>
              </a:tabLst>
            </a:pPr>
            <a:r>
              <a:rPr sz="1000" spc="-30" dirty="0">
                <a:latin typeface="Arial MT"/>
                <a:cs typeface="Arial MT"/>
              </a:rPr>
              <a:t>Rectified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Linear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Unit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(ReLU):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00" i="1" spc="-70" dirty="0">
                <a:latin typeface="Arial"/>
                <a:cs typeface="Arial"/>
              </a:rPr>
              <a:t> </a:t>
            </a:r>
            <a:r>
              <a:rPr sz="1000" spc="-30" dirty="0">
                <a:latin typeface="Tahoma"/>
                <a:cs typeface="Tahoma"/>
              </a:rPr>
              <a:t>(</a:t>
            </a:r>
            <a:r>
              <a:rPr sz="1000" i="1" spc="-30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max(</a:t>
            </a:r>
            <a:r>
              <a:rPr sz="1000" spc="-35" dirty="0">
                <a:latin typeface="Arial MT"/>
                <a:cs typeface="Arial MT"/>
              </a:rPr>
              <a:t>0</a:t>
            </a:r>
            <a:r>
              <a:rPr sz="1000" i="1" spc="-35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-45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949" y="253960"/>
            <a:ext cx="3976211" cy="529504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Two-Layer</a:t>
            </a:r>
            <a:r>
              <a:rPr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  <a:r>
              <a:rPr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</a:t>
            </a:r>
            <a:r>
              <a:rPr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13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6250" y="1196979"/>
            <a:ext cx="3183890" cy="69532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86055" indent="-173355">
              <a:spcBef>
                <a:spcPts val="285"/>
              </a:spcBef>
              <a:buClr>
                <a:srgbClr val="6B8DA7"/>
              </a:buClr>
              <a:buFont typeface="Segoe UI Symbol"/>
              <a:buChar char="❑"/>
              <a:tabLst>
                <a:tab pos="186055" algn="l"/>
              </a:tabLst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lvl="1" indent="-165100">
              <a:lnSpc>
                <a:spcPts val="1200"/>
              </a:lnSpc>
              <a:spcBef>
                <a:spcPts val="175"/>
              </a:spcBef>
              <a:buClr>
                <a:srgbClr val="6B8DA7"/>
              </a:buClr>
              <a:buFont typeface="Segoe UI Symbol"/>
              <a:buChar char="❑"/>
              <a:tabLst>
                <a:tab pos="463550" algn="l"/>
              </a:tabLst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1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layer:</a:t>
            </a:r>
            <a:r>
              <a:rPr sz="1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sz="1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the</a:t>
            </a:r>
            <a:r>
              <a:rPr sz="1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input </a:t>
            </a:r>
            <a:r>
              <a:rPr sz="1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features)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lvl="1" indent="-165100">
              <a:lnSpc>
                <a:spcPts val="1195"/>
              </a:lnSpc>
              <a:buClr>
                <a:srgbClr val="6B8DA7"/>
              </a:buClr>
              <a:buFont typeface="Segoe UI Symbol"/>
              <a:buChar char="❑"/>
              <a:tabLst>
                <a:tab pos="463550" algn="l"/>
              </a:tabLst>
            </a:pPr>
            <a:r>
              <a:rPr sz="1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sz="1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layer:</a:t>
            </a:r>
            <a:r>
              <a:rPr sz="1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1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</a:t>
            </a:r>
            <a:r>
              <a:rPr sz="1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(with</a:t>
            </a:r>
            <a:r>
              <a:rPr sz="1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  <a:r>
              <a:rPr sz="1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functions)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lvl="1" indent="-165100">
              <a:lnSpc>
                <a:spcPts val="1200"/>
              </a:lnSpc>
              <a:buClr>
                <a:srgbClr val="6B8DA7"/>
              </a:buClr>
              <a:buFont typeface="Segoe UI Symbol"/>
              <a:buChar char="❑"/>
              <a:tabLst>
                <a:tab pos="463550" algn="l"/>
              </a:tabLst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1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layer:</a:t>
            </a:r>
            <a:r>
              <a:rPr sz="1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sz="1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the</a:t>
            </a:r>
            <a:r>
              <a:rPr sz="1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output)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511" y="210780"/>
            <a:ext cx="3990340" cy="532197"/>
          </a:xfrm>
          <a:prstGeom prst="rect">
            <a:avLst/>
          </a:prstGeom>
        </p:spPr>
        <p:txBody>
          <a:bodyPr vert="horz" wrap="square" lIns="0" tIns="2540" rIns="0" bIns="0" rtlCol="0" anchor="ctr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2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Two-Layer</a:t>
            </a:r>
            <a:r>
              <a:rPr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  <a:r>
              <a:rPr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</a:t>
            </a:r>
            <a:r>
              <a:rPr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Example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14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511" y="1116023"/>
            <a:ext cx="4221480" cy="16319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5420" marR="682625" indent="-173355">
              <a:lnSpc>
                <a:spcPct val="102600"/>
              </a:lnSpc>
              <a:spcBef>
                <a:spcPts val="5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	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determined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biases: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6055" indent="-173355">
              <a:spcBef>
                <a:spcPts val="175"/>
              </a:spcBef>
              <a:buClr>
                <a:srgbClr val="6B8DA7"/>
              </a:buClr>
              <a:buFont typeface="Segoe UI Symbol"/>
              <a:buChar char="❑"/>
              <a:tabLst>
                <a:tab pos="186055" algn="l"/>
              </a:tabLst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1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lvl="1" indent="-165100">
              <a:lnSpc>
                <a:spcPts val="1200"/>
              </a:lnSpc>
              <a:spcBef>
                <a:spcPts val="175"/>
              </a:spcBef>
              <a:buClr>
                <a:srgbClr val="6B8DA7"/>
              </a:buClr>
              <a:buFont typeface="Segoe UI Symbol"/>
              <a:buChar char="❑"/>
              <a:tabLst>
                <a:tab pos="463550" algn="l"/>
              </a:tabLst>
            </a:pPr>
            <a:r>
              <a:rPr sz="1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</a:t>
            </a:r>
            <a:r>
              <a:rPr sz="1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sz="1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lvl="1" indent="-165100">
              <a:lnSpc>
                <a:spcPts val="1200"/>
              </a:lnSpc>
              <a:buClr>
                <a:srgbClr val="6B8DA7"/>
              </a:buClr>
              <a:buFont typeface="Segoe UI Symbol"/>
              <a:buChar char="❑"/>
              <a:tabLst>
                <a:tab pos="463550" algn="l"/>
              </a:tabLst>
            </a:pPr>
            <a:r>
              <a:rPr sz="1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</a:t>
            </a:r>
            <a:r>
              <a:rPr sz="1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r>
              <a:rPr sz="1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6055" indent="-173355">
              <a:spcBef>
                <a:spcPts val="195"/>
              </a:spcBef>
              <a:buClr>
                <a:srgbClr val="6B8DA7"/>
              </a:buClr>
              <a:buFont typeface="Segoe UI Symbol"/>
              <a:buChar char="❑"/>
              <a:tabLst>
                <a:tab pos="186055" algn="l"/>
              </a:tabLst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sz="11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lvl="1" indent="-165100">
              <a:spcBef>
                <a:spcPts val="175"/>
              </a:spcBef>
              <a:buClr>
                <a:srgbClr val="6B8DA7"/>
              </a:buClr>
              <a:buFont typeface="Segoe UI Symbol"/>
              <a:buChar char="❑"/>
              <a:tabLst>
                <a:tab pos="463550" algn="l"/>
              </a:tabLst>
            </a:pPr>
            <a:r>
              <a:rPr sz="1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</a:t>
            </a:r>
            <a:r>
              <a:rPr sz="1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</a:t>
            </a:r>
            <a:r>
              <a:rPr sz="1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</a:t>
            </a:r>
            <a:r>
              <a:rPr sz="1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5420" marR="5080" indent="-173355">
              <a:lnSpc>
                <a:spcPct val="102600"/>
              </a:lnSpc>
              <a:spcBef>
                <a:spcPts val="32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biases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 	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correctly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inputs?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8790" y="434975"/>
            <a:ext cx="3990340" cy="446854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20"/>
              </a:spcBef>
            </a:pPr>
            <a:r>
              <a:rPr sz="1400" b="1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Two-Layer</a:t>
            </a:r>
            <a:r>
              <a:rPr sz="1400" b="1" spc="145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  <a:r>
              <a:rPr sz="1400" b="1" spc="150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Solving</a:t>
            </a:r>
            <a:r>
              <a:rPr sz="1400" b="1" spc="150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85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sz="1400" b="1" spc="145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10" dirty="0">
                <a:solidFill>
                  <a:srgbClr val="192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 Example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630" y="990079"/>
            <a:ext cx="3464661" cy="19586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15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296" y="434975"/>
            <a:ext cx="2644020" cy="273408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r>
              <a:rPr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Propagation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16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9558" y="1044575"/>
            <a:ext cx="4192904" cy="9563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5420" marR="5080" indent="-173355">
              <a:lnSpc>
                <a:spcPct val="102600"/>
              </a:lnSpc>
              <a:spcBef>
                <a:spcPts val="5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Propagation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passing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	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5420" marR="147955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layer,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multiplied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matrix,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	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11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passed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6055" indent="-173355">
              <a:spcBef>
                <a:spcPts val="334"/>
              </a:spcBef>
              <a:buClr>
                <a:srgbClr val="6B8DA7"/>
              </a:buClr>
              <a:buFont typeface="Segoe UI Symbol"/>
              <a:buChar char="❑"/>
              <a:tabLst>
                <a:tab pos="186055" algn="l"/>
              </a:tabLst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continues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reached.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030" y="382008"/>
            <a:ext cx="5307092" cy="273408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423030" y="921267"/>
            <a:ext cx="3787020" cy="167282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6055" indent="-173355" algn="just">
              <a:lnSpc>
                <a:spcPct val="100000"/>
              </a:lnSpc>
              <a:spcBef>
                <a:spcPts val="434"/>
              </a:spcBef>
              <a:buClr>
                <a:srgbClr val="6B8DA7"/>
              </a:buClr>
              <a:buFont typeface="Segoe UI Symbol"/>
              <a:buChar char="❑"/>
              <a:tabLst>
                <a:tab pos="186055" algn="l"/>
              </a:tabLst>
            </a:pP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train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MLPs.</a:t>
            </a:r>
          </a:p>
          <a:p>
            <a:pPr marL="185420" marR="215900" indent="-173355" algn="just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adjusts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	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minimizing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	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output.</a:t>
            </a:r>
          </a:p>
          <a:p>
            <a:pPr marL="185420" marR="203200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calculus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gradients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	function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weights,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 	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descent.</a:t>
            </a:r>
          </a:p>
          <a:p>
            <a:pPr marL="185420" marR="5080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iteratively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converges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desired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17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030" y="382008"/>
            <a:ext cx="5307092" cy="273408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18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511" y="899467"/>
            <a:ext cx="3951604" cy="7639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5420" marR="232410" indent="-173355">
              <a:lnSpc>
                <a:spcPct val="102600"/>
              </a:lnSpc>
              <a:spcBef>
                <a:spcPts val="5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	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6055" indent="-173355">
              <a:spcBef>
                <a:spcPts val="335"/>
              </a:spcBef>
              <a:buClr>
                <a:srgbClr val="6B8DA7"/>
              </a:buClr>
              <a:buFont typeface="Segoe UI Symbol"/>
              <a:buChar char="❑"/>
              <a:tabLst>
                <a:tab pos="186055" algn="l"/>
              </a:tabLst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6055" indent="-173355">
              <a:spcBef>
                <a:spcPts val="175"/>
              </a:spcBef>
              <a:buClr>
                <a:srgbClr val="6B8DA7"/>
              </a:buClr>
              <a:buFont typeface="Segoe UI Symbol"/>
              <a:buChar char="❑"/>
              <a:tabLst>
                <a:tab pos="186055" algn="l"/>
              </a:tabLst>
            </a:pPr>
            <a:r>
              <a:rPr sz="11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4718" y="1660521"/>
            <a:ext cx="224282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0" indent="-165100">
              <a:spcBef>
                <a:spcPts val="95"/>
              </a:spcBef>
              <a:buClr>
                <a:srgbClr val="6B8DA7"/>
              </a:buClr>
              <a:buFont typeface="Segoe UI Symbol"/>
              <a:buChar char="❑"/>
              <a:tabLst>
                <a:tab pos="177800" algn="l"/>
              </a:tabLst>
            </a:pPr>
            <a:r>
              <a:rPr sz="1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</a:t>
            </a:r>
            <a:r>
              <a:rPr sz="1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Squared</a:t>
            </a:r>
            <a:r>
              <a:rPr sz="1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sz="1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(MSE):</a:t>
            </a:r>
            <a:r>
              <a:rPr sz="1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i="1" spc="-10" dirty="0">
                <a:latin typeface="Arial"/>
                <a:cs typeface="Arial"/>
              </a:rPr>
              <a:t>L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b="1" i="1" spc="-10" dirty="0">
                <a:latin typeface="Corbel"/>
                <a:cs typeface="Corbel"/>
              </a:rPr>
              <a:t>y</a:t>
            </a:r>
            <a:r>
              <a:rPr sz="1000" b="1" i="1" spc="-95" dirty="0">
                <a:latin typeface="Corbel"/>
                <a:cs typeface="Corbel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b="1" i="1" spc="-75" dirty="0">
                <a:latin typeface="Corbel"/>
                <a:cs typeface="Corbel"/>
              </a:rPr>
              <a:t>y</a:t>
            </a:r>
            <a:r>
              <a:rPr sz="1000" b="1" spc="-75" dirty="0">
                <a:latin typeface="Arial"/>
                <a:cs typeface="Arial"/>
              </a:rPr>
              <a:t>ˆ</a:t>
            </a:r>
            <a:r>
              <a:rPr sz="1000" spc="-75" dirty="0">
                <a:latin typeface="Tahoma"/>
                <a:cs typeface="Tahoma"/>
              </a:rPr>
              <a:t>)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89567" y="1635196"/>
            <a:ext cx="249817" cy="11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700" u="sng" spc="-7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700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1</a:t>
            </a:r>
            <a:endParaRPr sz="7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09473" y="1666797"/>
            <a:ext cx="299406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405" dirty="0"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79831" y="1603781"/>
            <a:ext cx="296256" cy="11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700" i="1" spc="-50" dirty="0">
                <a:latin typeface="Arial"/>
                <a:cs typeface="Arial"/>
              </a:rPr>
              <a:t>m</a:t>
            </a:r>
            <a:endParaRPr sz="7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24452" y="1743556"/>
            <a:ext cx="407118" cy="11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258445" algn="l"/>
              </a:tabLst>
            </a:pPr>
            <a:r>
              <a:rPr lang="en-IN" sz="700" i="1" spc="-50" dirty="0">
                <a:latin typeface="Arial"/>
                <a:cs typeface="Arial"/>
              </a:rPr>
              <a:t>   M</a:t>
            </a:r>
            <a:r>
              <a:rPr lang="en-US" sz="700" i="1" spc="-50" dirty="0">
                <a:latin typeface="Arial"/>
                <a:cs typeface="Arial"/>
              </a:rPr>
              <a:t>      </a:t>
            </a:r>
            <a:r>
              <a:rPr sz="1050" i="1" spc="-37" baseline="3968" dirty="0" err="1">
                <a:latin typeface="Arial"/>
                <a:cs typeface="Arial"/>
              </a:rPr>
              <a:t>i</a:t>
            </a:r>
            <a:r>
              <a:rPr sz="1050" spc="-37" baseline="3968" dirty="0">
                <a:latin typeface="Verdana"/>
                <a:cs typeface="Verdana"/>
              </a:rPr>
              <a:t>=</a:t>
            </a:r>
            <a:r>
              <a:rPr sz="1050" spc="-37" baseline="3968" dirty="0">
                <a:latin typeface="Arial MT"/>
                <a:cs typeface="Arial MT"/>
              </a:rPr>
              <a:t>1</a:t>
            </a:r>
            <a:endParaRPr sz="1050" baseline="3968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66411" y="1640091"/>
            <a:ext cx="74422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spcBef>
                <a:spcPts val="95"/>
              </a:spcBef>
            </a:pPr>
            <a:r>
              <a:rPr sz="1500" spc="-44" baseline="-19444" dirty="0">
                <a:latin typeface="Tahoma"/>
                <a:cs typeface="Tahoma"/>
              </a:rPr>
              <a:t>(</a:t>
            </a:r>
            <a:r>
              <a:rPr sz="1500" i="1" spc="-44" baseline="-19444" dirty="0">
                <a:latin typeface="Arial"/>
                <a:cs typeface="Arial"/>
              </a:rPr>
              <a:t>y</a:t>
            </a:r>
            <a:r>
              <a:rPr sz="1500" i="1" spc="-240" baseline="-19444" dirty="0">
                <a:latin typeface="Arial"/>
                <a:cs typeface="Arial"/>
              </a:rPr>
              <a:t> </a:t>
            </a:r>
            <a:r>
              <a:rPr sz="700" dirty="0">
                <a:latin typeface="Verdana"/>
                <a:cs typeface="Verdana"/>
              </a:rPr>
              <a:t>(</a:t>
            </a:r>
            <a:r>
              <a:rPr sz="700" i="1" dirty="0">
                <a:latin typeface="Arial"/>
                <a:cs typeface="Arial"/>
              </a:rPr>
              <a:t>i</a:t>
            </a:r>
            <a:r>
              <a:rPr sz="700" dirty="0">
                <a:latin typeface="Verdana"/>
                <a:cs typeface="Verdana"/>
              </a:rPr>
              <a:t>)</a:t>
            </a:r>
            <a:r>
              <a:rPr sz="700" spc="50" dirty="0">
                <a:latin typeface="Verdana"/>
                <a:cs typeface="Verdana"/>
              </a:rPr>
              <a:t> </a:t>
            </a:r>
            <a:r>
              <a:rPr sz="1500" spc="-60" baseline="-19444" dirty="0">
                <a:latin typeface="Lucida Sans Unicode"/>
                <a:cs typeface="Lucida Sans Unicode"/>
              </a:rPr>
              <a:t>−</a:t>
            </a:r>
            <a:r>
              <a:rPr sz="1500" spc="-112" baseline="-19444" dirty="0">
                <a:latin typeface="Lucida Sans Unicode"/>
                <a:cs typeface="Lucida Sans Unicode"/>
              </a:rPr>
              <a:t> </a:t>
            </a:r>
            <a:r>
              <a:rPr sz="1500" i="1" spc="-37" baseline="-19444" dirty="0">
                <a:latin typeface="Arial"/>
                <a:cs typeface="Arial"/>
              </a:rPr>
              <a:t>y</a:t>
            </a:r>
            <a:r>
              <a:rPr sz="1500" spc="-37" baseline="-19444" dirty="0">
                <a:latin typeface="Tahoma"/>
                <a:cs typeface="Tahoma"/>
              </a:rPr>
              <a:t>ˆ</a:t>
            </a:r>
            <a:r>
              <a:rPr sz="700" spc="-25" dirty="0">
                <a:latin typeface="Verdana"/>
                <a:cs typeface="Verdana"/>
              </a:rPr>
              <a:t>(</a:t>
            </a: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spc="-25" dirty="0">
                <a:latin typeface="Verdana"/>
                <a:cs typeface="Verdana"/>
              </a:rPr>
              <a:t>)</a:t>
            </a:r>
            <a:r>
              <a:rPr sz="1500" spc="-37" baseline="-19444" dirty="0">
                <a:latin typeface="Tahoma"/>
                <a:cs typeface="Tahoma"/>
              </a:rPr>
              <a:t>)</a:t>
            </a:r>
            <a:r>
              <a:rPr sz="700" spc="-25" dirty="0">
                <a:latin typeface="Arial MT"/>
                <a:cs typeface="Arial MT"/>
              </a:rPr>
              <a:t>2</a:t>
            </a:r>
            <a:endParaRPr sz="7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4722" y="1812349"/>
            <a:ext cx="123634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0" indent="-165100">
              <a:spcBef>
                <a:spcPts val="95"/>
              </a:spcBef>
              <a:buClr>
                <a:srgbClr val="6B8DA7"/>
              </a:buClr>
              <a:buFont typeface="Segoe UI Symbol"/>
              <a:buChar char="❑"/>
              <a:tabLst>
                <a:tab pos="177800" algn="l"/>
              </a:tabLst>
            </a:pPr>
            <a:r>
              <a:rPr sz="1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</a:t>
            </a:r>
            <a:r>
              <a:rPr sz="1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  <a:r>
              <a:rPr sz="1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Loss: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0038" y="1964178"/>
            <a:ext cx="67119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i="1" spc="-10" dirty="0">
                <a:latin typeface="Arial"/>
                <a:cs typeface="Arial"/>
              </a:rPr>
              <a:t>L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b="1" i="1" spc="-10" dirty="0">
                <a:latin typeface="Corbel"/>
                <a:cs typeface="Corbel"/>
              </a:rPr>
              <a:t>y</a:t>
            </a:r>
            <a:r>
              <a:rPr sz="1000" b="1" i="1" spc="-85" dirty="0">
                <a:latin typeface="Corbel"/>
                <a:cs typeface="Corbel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b="1" i="1" spc="-75" dirty="0">
                <a:latin typeface="Corbel"/>
                <a:cs typeface="Corbel"/>
              </a:rPr>
              <a:t>y</a:t>
            </a:r>
            <a:r>
              <a:rPr sz="1000" b="1" spc="-75" dirty="0">
                <a:latin typeface="Arial"/>
                <a:cs typeface="Arial"/>
              </a:rPr>
              <a:t>ˆ</a:t>
            </a:r>
            <a:r>
              <a:rPr sz="1000" spc="-75" dirty="0">
                <a:latin typeface="Tahoma"/>
                <a:cs typeface="Tahoma"/>
              </a:rPr>
              <a:t>)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0" dirty="0">
                <a:latin typeface="Lucida Sans Unicode"/>
                <a:cs typeface="Lucida Sans Unicode"/>
              </a:rPr>
              <a:t>−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00864" y="1960222"/>
            <a:ext cx="267656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405" dirty="0"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80070" y="1938521"/>
            <a:ext cx="100330" cy="11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700" i="1" spc="-50" dirty="0">
                <a:latin typeface="Arial"/>
                <a:cs typeface="Arial"/>
              </a:rPr>
              <a:t>m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80070" y="2040096"/>
            <a:ext cx="179070" cy="11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 MT"/>
                <a:cs typeface="Arial MT"/>
              </a:rPr>
              <a:t>1</a:t>
            </a:r>
            <a:endParaRPr sz="700" dirty="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89102" y="1945526"/>
            <a:ext cx="205232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spcBef>
                <a:spcPts val="95"/>
              </a:spcBef>
            </a:pPr>
            <a:r>
              <a:rPr sz="1000" i="1" spc="-45" dirty="0">
                <a:latin typeface="Arial"/>
                <a:cs typeface="Arial"/>
              </a:rPr>
              <a:t>y</a:t>
            </a:r>
            <a:r>
              <a:rPr sz="1000" i="1" spc="-155" dirty="0">
                <a:latin typeface="Arial"/>
                <a:cs typeface="Arial"/>
              </a:rPr>
              <a:t> </a:t>
            </a:r>
            <a:r>
              <a:rPr sz="1050" baseline="27777" dirty="0">
                <a:latin typeface="Verdana"/>
                <a:cs typeface="Verdana"/>
              </a:rPr>
              <a:t>(</a:t>
            </a:r>
            <a:r>
              <a:rPr sz="1050" i="1" baseline="27777" dirty="0">
                <a:latin typeface="Arial"/>
                <a:cs typeface="Arial"/>
              </a:rPr>
              <a:t>i</a:t>
            </a:r>
            <a:r>
              <a:rPr sz="1050" baseline="27777" dirty="0">
                <a:latin typeface="Verdana"/>
                <a:cs typeface="Verdana"/>
              </a:rPr>
              <a:t>)</a:t>
            </a:r>
            <a:r>
              <a:rPr sz="1050" spc="-7" baseline="27777" dirty="0">
                <a:latin typeface="Verdana"/>
                <a:cs typeface="Verdana"/>
              </a:rPr>
              <a:t> </a:t>
            </a:r>
            <a:r>
              <a:rPr sz="1000" spc="-55" dirty="0">
                <a:latin typeface="Tahoma"/>
                <a:cs typeface="Tahoma"/>
              </a:rPr>
              <a:t>log(</a:t>
            </a:r>
            <a:r>
              <a:rPr sz="1000" i="1" spc="-55" dirty="0">
                <a:latin typeface="Arial"/>
                <a:cs typeface="Arial"/>
              </a:rPr>
              <a:t>y</a:t>
            </a:r>
            <a:r>
              <a:rPr sz="1000" spc="-55" dirty="0">
                <a:latin typeface="Tahoma"/>
                <a:cs typeface="Tahoma"/>
              </a:rPr>
              <a:t>ˆ</a:t>
            </a:r>
            <a:r>
              <a:rPr sz="1050" spc="-82" baseline="27777" dirty="0">
                <a:latin typeface="Verdana"/>
                <a:cs typeface="Verdana"/>
              </a:rPr>
              <a:t>(</a:t>
            </a:r>
            <a:r>
              <a:rPr sz="1050" i="1" spc="-82" baseline="27777" dirty="0">
                <a:latin typeface="Arial"/>
                <a:cs typeface="Arial"/>
              </a:rPr>
              <a:t>i</a:t>
            </a:r>
            <a:r>
              <a:rPr sz="1050" spc="-82" baseline="27777" dirty="0">
                <a:latin typeface="Verdana"/>
                <a:cs typeface="Verdana"/>
              </a:rPr>
              <a:t>)</a:t>
            </a:r>
            <a:r>
              <a:rPr sz="1000" spc="-55" dirty="0">
                <a:latin typeface="Tahoma"/>
                <a:cs typeface="Tahoma"/>
              </a:rPr>
              <a:t>)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(</a:t>
            </a:r>
            <a:r>
              <a:rPr sz="1000" spc="-35" dirty="0">
                <a:latin typeface="Arial MT"/>
                <a:cs typeface="Arial MT"/>
              </a:rPr>
              <a:t>1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60" dirty="0">
                <a:latin typeface="Lucida Sans Unicode"/>
                <a:cs typeface="Lucida Sans Unicode"/>
              </a:rPr>
              <a:t> </a:t>
            </a:r>
            <a:r>
              <a:rPr sz="1000" i="1" spc="-45" dirty="0">
                <a:latin typeface="Arial"/>
                <a:cs typeface="Arial"/>
              </a:rPr>
              <a:t>y</a:t>
            </a:r>
            <a:r>
              <a:rPr sz="1000" i="1" spc="-155" dirty="0">
                <a:latin typeface="Arial"/>
                <a:cs typeface="Arial"/>
              </a:rPr>
              <a:t> </a:t>
            </a:r>
            <a:r>
              <a:rPr sz="1050" baseline="27777" dirty="0">
                <a:latin typeface="Verdana"/>
                <a:cs typeface="Verdana"/>
              </a:rPr>
              <a:t>(</a:t>
            </a:r>
            <a:r>
              <a:rPr sz="1050" i="1" baseline="27777" dirty="0">
                <a:latin typeface="Arial"/>
                <a:cs typeface="Arial"/>
              </a:rPr>
              <a:t>i</a:t>
            </a:r>
            <a:r>
              <a:rPr sz="1050" baseline="27777" dirty="0">
                <a:latin typeface="Verdana"/>
                <a:cs typeface="Verdana"/>
              </a:rPr>
              <a:t>)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1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log(</a:t>
            </a:r>
            <a:r>
              <a:rPr sz="1000" spc="-35" dirty="0">
                <a:latin typeface="Arial MT"/>
                <a:cs typeface="Arial MT"/>
              </a:rPr>
              <a:t>1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60" dirty="0">
                <a:latin typeface="Lucida Sans Unicode"/>
                <a:cs typeface="Lucida Sans Unicode"/>
              </a:rPr>
              <a:t> </a:t>
            </a:r>
            <a:r>
              <a:rPr sz="1000" i="1" spc="-10" dirty="0">
                <a:latin typeface="Arial"/>
                <a:cs typeface="Arial"/>
              </a:rPr>
              <a:t>y</a:t>
            </a:r>
            <a:r>
              <a:rPr sz="1000" spc="-10" dirty="0">
                <a:latin typeface="Tahoma"/>
                <a:cs typeface="Tahoma"/>
              </a:rPr>
              <a:t>ˆ</a:t>
            </a:r>
            <a:r>
              <a:rPr sz="1050" spc="-15" baseline="27777" dirty="0">
                <a:latin typeface="Verdana"/>
                <a:cs typeface="Verdana"/>
              </a:rPr>
              <a:t>(</a:t>
            </a:r>
            <a:r>
              <a:rPr sz="1050" i="1" spc="-15" baseline="27777" dirty="0">
                <a:latin typeface="Arial"/>
                <a:cs typeface="Arial"/>
              </a:rPr>
              <a:t>i</a:t>
            </a:r>
            <a:r>
              <a:rPr sz="1050" spc="-15" baseline="27777" dirty="0">
                <a:latin typeface="Verdana"/>
                <a:cs typeface="Verdana"/>
              </a:rPr>
              <a:t>)</a:t>
            </a:r>
            <a:r>
              <a:rPr sz="1000" spc="-10" dirty="0">
                <a:latin typeface="Tahoma"/>
                <a:cs typeface="Tahoma"/>
              </a:rPr>
              <a:t>)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1144" y="2258656"/>
            <a:ext cx="136969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0" indent="-165100">
              <a:spcBef>
                <a:spcPts val="95"/>
              </a:spcBef>
              <a:buClr>
                <a:srgbClr val="6B8DA7"/>
              </a:buClr>
              <a:buFont typeface="Segoe UI Symbol"/>
              <a:buChar char="❑"/>
              <a:tabLst>
                <a:tab pos="177800" algn="l"/>
              </a:tabLst>
            </a:pPr>
            <a:r>
              <a:rPr sz="1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Hinge</a:t>
            </a:r>
            <a:r>
              <a:rPr sz="1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Loss</a:t>
            </a:r>
            <a:r>
              <a:rPr sz="1000" spc="-45" dirty="0">
                <a:latin typeface="Arial MT"/>
                <a:cs typeface="Arial MT"/>
              </a:rPr>
              <a:t>:</a:t>
            </a:r>
            <a:r>
              <a:rPr sz="1000" spc="110" dirty="0">
                <a:latin typeface="Arial MT"/>
                <a:cs typeface="Arial MT"/>
              </a:rPr>
              <a:t> </a:t>
            </a:r>
            <a:r>
              <a:rPr sz="1000" i="1" spc="-10" dirty="0">
                <a:latin typeface="Arial"/>
                <a:cs typeface="Arial"/>
              </a:rPr>
              <a:t>L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b="1" i="1" spc="-10" dirty="0">
                <a:latin typeface="Corbel"/>
                <a:cs typeface="Corbel"/>
              </a:rPr>
              <a:t>y</a:t>
            </a:r>
            <a:r>
              <a:rPr sz="1000" b="1" i="1" spc="-95" dirty="0">
                <a:latin typeface="Corbel"/>
                <a:cs typeface="Corbel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b="1" i="1" spc="-75" dirty="0">
                <a:latin typeface="Corbel"/>
                <a:cs typeface="Corbel"/>
              </a:rPr>
              <a:t>y</a:t>
            </a:r>
            <a:r>
              <a:rPr sz="1000" b="1" spc="-75" dirty="0">
                <a:latin typeface="Arial"/>
                <a:cs typeface="Arial"/>
              </a:rPr>
              <a:t>ˆ</a:t>
            </a:r>
            <a:r>
              <a:rPr sz="1000" spc="-75" dirty="0">
                <a:latin typeface="Tahoma"/>
                <a:cs typeface="Tahoma"/>
              </a:rPr>
              <a:t>)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83065" y="2262711"/>
            <a:ext cx="27802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405" dirty="0"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49977" y="2226879"/>
            <a:ext cx="312619" cy="11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700" i="1" spc="-50" dirty="0">
                <a:latin typeface="Arial"/>
                <a:cs typeface="Arial"/>
              </a:rPr>
              <a:t>m</a:t>
            </a:r>
            <a:endParaRPr sz="7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49977" y="2338661"/>
            <a:ext cx="411108" cy="11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 MT"/>
                <a:cs typeface="Arial MT"/>
              </a:rPr>
              <a:t>1</a:t>
            </a:r>
            <a:endParaRPr sz="700" dirty="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31009" y="2258656"/>
            <a:ext cx="109728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spcBef>
                <a:spcPts val="95"/>
              </a:spcBef>
            </a:pPr>
            <a:r>
              <a:rPr sz="1000" spc="-35" dirty="0">
                <a:latin typeface="Tahoma"/>
                <a:cs typeface="Tahoma"/>
              </a:rPr>
              <a:t>max(</a:t>
            </a:r>
            <a:r>
              <a:rPr sz="1000" spc="-35" dirty="0">
                <a:latin typeface="Arial MT"/>
                <a:cs typeface="Arial MT"/>
              </a:rPr>
              <a:t>0</a:t>
            </a:r>
            <a:r>
              <a:rPr sz="1000" i="1" spc="-35" dirty="0">
                <a:latin typeface="Calibri"/>
                <a:cs typeface="Calibri"/>
              </a:rPr>
              <a:t>,</a:t>
            </a:r>
            <a:r>
              <a:rPr sz="1000" i="1" spc="-50" dirty="0">
                <a:latin typeface="Calibri"/>
                <a:cs typeface="Calibri"/>
              </a:rPr>
              <a:t> </a:t>
            </a:r>
            <a:r>
              <a:rPr sz="1000" spc="-55" dirty="0">
                <a:latin typeface="Arial MT"/>
                <a:cs typeface="Arial MT"/>
              </a:rPr>
              <a:t>1</a:t>
            </a:r>
            <a:r>
              <a:rPr sz="1000" spc="-50" dirty="0">
                <a:latin typeface="Arial MT"/>
                <a:cs typeface="Arial MT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80" dirty="0">
                <a:latin typeface="Lucida Sans Unicode"/>
                <a:cs typeface="Lucida Sans Unicode"/>
              </a:rPr>
              <a:t> </a:t>
            </a:r>
            <a:r>
              <a:rPr sz="1000" i="1" spc="-45" dirty="0">
                <a:latin typeface="Arial"/>
                <a:cs typeface="Arial"/>
              </a:rPr>
              <a:t>y</a:t>
            </a:r>
            <a:r>
              <a:rPr sz="1000" i="1" spc="-165" dirty="0">
                <a:latin typeface="Arial"/>
                <a:cs typeface="Arial"/>
              </a:rPr>
              <a:t> </a:t>
            </a:r>
            <a:r>
              <a:rPr sz="1050" spc="-15" baseline="27777" dirty="0">
                <a:latin typeface="Verdana"/>
                <a:cs typeface="Verdana"/>
              </a:rPr>
              <a:t>(</a:t>
            </a:r>
            <a:r>
              <a:rPr sz="1050" i="1" spc="-15" baseline="27777" dirty="0">
                <a:latin typeface="Arial"/>
                <a:cs typeface="Arial"/>
              </a:rPr>
              <a:t>i</a:t>
            </a:r>
            <a:r>
              <a:rPr sz="1050" spc="-15" baseline="27777" dirty="0">
                <a:latin typeface="Verdana"/>
                <a:cs typeface="Verdana"/>
              </a:rPr>
              <a:t>)</a:t>
            </a:r>
            <a:r>
              <a:rPr sz="1000" i="1" spc="-10" dirty="0">
                <a:latin typeface="Arial"/>
                <a:cs typeface="Arial"/>
              </a:rPr>
              <a:t>y</a:t>
            </a:r>
            <a:r>
              <a:rPr sz="1000" spc="-10" dirty="0">
                <a:latin typeface="Tahoma"/>
                <a:cs typeface="Tahoma"/>
              </a:rPr>
              <a:t>ˆ</a:t>
            </a:r>
            <a:r>
              <a:rPr sz="1050" spc="-15" baseline="27777" dirty="0">
                <a:latin typeface="Verdana"/>
                <a:cs typeface="Verdana"/>
              </a:rPr>
              <a:t>(</a:t>
            </a:r>
            <a:r>
              <a:rPr sz="1050" i="1" spc="-15" baseline="27777" dirty="0">
                <a:latin typeface="Arial"/>
                <a:cs typeface="Arial"/>
              </a:rPr>
              <a:t>i</a:t>
            </a:r>
            <a:r>
              <a:rPr sz="1050" spc="-15" baseline="27777" dirty="0">
                <a:latin typeface="Verdana"/>
                <a:cs typeface="Verdana"/>
              </a:rPr>
              <a:t>)</a:t>
            </a:r>
            <a:r>
              <a:rPr sz="1000" spc="-10" dirty="0">
                <a:latin typeface="Tahoma"/>
                <a:cs typeface="Tahoma"/>
              </a:rPr>
              <a:t>)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3850" y="2550455"/>
            <a:ext cx="4104004" cy="3443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5420" marR="5080" indent="-173355">
              <a:lnSpc>
                <a:spcPct val="102600"/>
              </a:lnSpc>
              <a:spcBef>
                <a:spcPts val="5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suited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greatly 	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030" y="382008"/>
            <a:ext cx="5307092" cy="273408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  <a:r>
              <a:rPr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r>
              <a:rPr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Gradients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19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0415" y="761427"/>
            <a:ext cx="4242435" cy="5740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23520" marR="17780" indent="-173355">
              <a:lnSpc>
                <a:spcPct val="102600"/>
              </a:lnSpc>
              <a:spcBef>
                <a:spcPts val="55"/>
              </a:spcBef>
              <a:buClr>
                <a:srgbClr val="6B8DA7"/>
              </a:buClr>
              <a:buFont typeface="Segoe UI Symbol"/>
              <a:buChar char="❑"/>
              <a:tabLst>
                <a:tab pos="224790" algn="l"/>
              </a:tabLst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calculus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	function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4154" indent="-173355">
              <a:spcBef>
                <a:spcPts val="335"/>
              </a:spcBef>
              <a:buClr>
                <a:srgbClr val="6B8DA7"/>
              </a:buClr>
              <a:buFont typeface="Segoe UI Symbol"/>
              <a:buChar char="❑"/>
              <a:tabLst>
                <a:tab pos="224154" algn="l"/>
              </a:tabLst>
            </a:pP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11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200" i="1" baseline="-104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sz="1200" i="1" spc="345" baseline="-104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100" i="1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1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100" i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sz="11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sz="1100" i="1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7536" y="1315608"/>
            <a:ext cx="224726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</a:pP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100" i="1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sz="1100" spc="114" dirty="0">
                <a:latin typeface="Arial MT"/>
                <a:cs typeface="Times New Roman" panose="02020603050405020304" pitchFamily="18" charset="0"/>
              </a:rPr>
              <a:t> </a:t>
            </a:r>
            <a:r>
              <a:rPr lang="en-US" sz="1100" spc="114" dirty="0">
                <a:latin typeface="Arial MT"/>
                <a:cs typeface="Times New Roman" panose="02020603050405020304" pitchFamily="18" charset="0"/>
              </a:rPr>
              <a:t>    </a:t>
            </a:r>
            <a:r>
              <a:rPr sz="1200" i="1" u="sng" spc="60" baseline="312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i="1" u="sng" baseline="312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r>
              <a:rPr sz="1200" i="1" u="sng" baseline="312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sz="1200" i="1" u="sng" spc="15" baseline="312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i="1" spc="-157" baseline="31250" dirty="0">
                <a:latin typeface="Arial"/>
                <a:cs typeface="Arial"/>
              </a:rPr>
              <a:t> </a:t>
            </a:r>
            <a:r>
              <a:rPr sz="1100" spc="-50" dirty="0">
                <a:latin typeface="Arial MT"/>
                <a:cs typeface="Arial MT"/>
              </a:rPr>
              <a:t>.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115" y="1382554"/>
            <a:ext cx="2973705" cy="3562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R="648335" algn="r">
              <a:spcBef>
                <a:spcPts val="240"/>
              </a:spcBef>
            </a:pPr>
            <a:r>
              <a:rPr sz="800" i="1" spc="-20" dirty="0">
                <a:latin typeface="Calibri"/>
                <a:cs typeface="Calibri"/>
              </a:rPr>
              <a:t>∂</a:t>
            </a:r>
            <a:r>
              <a:rPr sz="800" i="1" spc="-20" dirty="0">
                <a:latin typeface="Arial"/>
                <a:cs typeface="Arial"/>
              </a:rPr>
              <a:t>w</a:t>
            </a:r>
            <a:r>
              <a:rPr sz="900" i="1" spc="-30" baseline="-13888" dirty="0">
                <a:latin typeface="Arial"/>
                <a:cs typeface="Arial"/>
              </a:rPr>
              <a:t>ij</a:t>
            </a:r>
            <a:endParaRPr sz="900" baseline="-13888" dirty="0">
              <a:latin typeface="Arial"/>
              <a:cs typeface="Arial"/>
            </a:endParaRPr>
          </a:p>
          <a:p>
            <a:pPr marL="211454" indent="-173355">
              <a:spcBef>
                <a:spcPts val="185"/>
              </a:spcBef>
              <a:buClr>
                <a:srgbClr val="6B8DA7"/>
              </a:buClr>
              <a:buFont typeface="Segoe UI Symbol"/>
              <a:buChar char="❑"/>
              <a:tabLst>
                <a:tab pos="211454" algn="l"/>
              </a:tabLst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65138" y="2083892"/>
            <a:ext cx="246379" cy="0"/>
          </a:xfrm>
          <a:custGeom>
            <a:avLst/>
            <a:gdLst/>
            <a:ahLst/>
            <a:cxnLst/>
            <a:rect l="l" t="t" r="r" b="b"/>
            <a:pathLst>
              <a:path w="246380">
                <a:moveTo>
                  <a:pt x="0" y="0"/>
                </a:moveTo>
                <a:lnTo>
                  <a:pt x="2458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97215" y="1873557"/>
            <a:ext cx="61595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  <a:tabLst>
                <a:tab pos="446405" algn="l"/>
              </a:tabLst>
            </a:pPr>
            <a:r>
              <a:rPr sz="1100" i="1" spc="-25" dirty="0">
                <a:latin typeface="Calibri"/>
                <a:cs typeface="Calibri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-25" dirty="0">
                <a:latin typeface="Calibri"/>
                <a:cs typeface="Calibri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6085" y="2083892"/>
            <a:ext cx="192405" cy="0"/>
          </a:xfrm>
          <a:custGeom>
            <a:avLst/>
            <a:gdLst/>
            <a:ahLst/>
            <a:cxnLst/>
            <a:rect l="l" t="t" r="r" b="b"/>
            <a:pathLst>
              <a:path w="192405">
                <a:moveTo>
                  <a:pt x="0" y="0"/>
                </a:moveTo>
                <a:lnTo>
                  <a:pt x="19210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61213" y="2151192"/>
            <a:ext cx="370205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28295" algn="l"/>
              </a:tabLst>
            </a:pPr>
            <a:r>
              <a:rPr sz="800" i="1" spc="-50" dirty="0">
                <a:latin typeface="Arial"/>
                <a:cs typeface="Arial"/>
              </a:rPr>
              <a:t>j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1955" y="1967283"/>
            <a:ext cx="78930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  <a:tabLst>
                <a:tab pos="412115" algn="l"/>
                <a:tab pos="737235" algn="l"/>
              </a:tabLst>
            </a:pP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450" dirty="0">
                <a:latin typeface="Lucida Sans Unicode"/>
                <a:cs typeface="Lucida Sans Unicode"/>
              </a:rPr>
              <a:t>·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spc="-450" dirty="0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12000" y="1852323"/>
            <a:ext cx="6051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  <a:tabLst>
                <a:tab pos="387350" algn="l"/>
              </a:tabLst>
            </a:pPr>
            <a:r>
              <a:rPr sz="1100" i="1" spc="-25" dirty="0">
                <a:latin typeface="Calibri"/>
                <a:cs typeface="Calibri"/>
              </a:rPr>
              <a:t>∂</a:t>
            </a:r>
            <a:r>
              <a:rPr sz="1100" i="1" spc="-25" dirty="0">
                <a:latin typeface="Arial"/>
                <a:cs typeface="Arial"/>
              </a:rPr>
              <a:t>a</a:t>
            </a:r>
            <a:r>
              <a:rPr sz="1200" i="1" spc="-37" baseline="27777" dirty="0">
                <a:latin typeface="Arial"/>
                <a:cs typeface="Arial"/>
              </a:rPr>
              <a:t>l</a:t>
            </a:r>
            <a:r>
              <a:rPr sz="1200" i="1" baseline="27777" dirty="0">
                <a:latin typeface="Arial"/>
                <a:cs typeface="Arial"/>
              </a:rPr>
              <a:t>	</a:t>
            </a:r>
            <a:r>
              <a:rPr sz="1100" i="1" spc="-25" dirty="0">
                <a:latin typeface="Calibri"/>
                <a:cs typeface="Calibri"/>
              </a:rPr>
              <a:t>∂</a:t>
            </a:r>
            <a:r>
              <a:rPr sz="1100" i="1" spc="-25" dirty="0">
                <a:latin typeface="Arial"/>
                <a:cs typeface="Arial"/>
              </a:rPr>
              <a:t>z</a:t>
            </a:r>
            <a:r>
              <a:rPr sz="1200" i="1" spc="-37" baseline="27777" dirty="0">
                <a:latin typeface="Arial"/>
                <a:cs typeface="Arial"/>
              </a:rPr>
              <a:t>l</a:t>
            </a:r>
            <a:endParaRPr sz="1200" baseline="27777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35897" y="1930898"/>
            <a:ext cx="59690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37820" algn="l"/>
                <a:tab pos="504825" algn="l"/>
              </a:tabLst>
            </a:pPr>
            <a:r>
              <a:rPr sz="800" i="1" u="sng" spc="409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sz="8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8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</a:t>
            </a:r>
            <a:r>
              <a:rPr sz="800" i="1" u="sng" spc="5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14334" y="2070064"/>
            <a:ext cx="145415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spcBef>
                <a:spcPts val="90"/>
              </a:spcBef>
              <a:tabLst>
                <a:tab pos="511175" algn="l"/>
                <a:tab pos="833755" algn="l"/>
                <a:tab pos="1159510" algn="l"/>
              </a:tabLst>
            </a:pPr>
            <a:r>
              <a:rPr sz="1650" i="1" spc="-30" baseline="2525" dirty="0">
                <a:latin typeface="Calibri"/>
                <a:cs typeface="Calibri"/>
              </a:rPr>
              <a:t>∂</a:t>
            </a:r>
            <a:r>
              <a:rPr sz="1650" i="1" spc="-30" baseline="2525" dirty="0">
                <a:latin typeface="Arial"/>
                <a:cs typeface="Arial"/>
              </a:rPr>
              <a:t>w</a:t>
            </a:r>
            <a:r>
              <a:rPr sz="1200" i="1" spc="-30" baseline="-6944" dirty="0">
                <a:latin typeface="Arial"/>
                <a:cs typeface="Arial"/>
              </a:rPr>
              <a:t>ij</a:t>
            </a:r>
            <a:r>
              <a:rPr sz="1200" i="1" baseline="-6944" dirty="0">
                <a:latin typeface="Arial"/>
                <a:cs typeface="Arial"/>
              </a:rPr>
              <a:t>	</a:t>
            </a:r>
            <a:r>
              <a:rPr sz="1100" i="1" spc="-25" dirty="0">
                <a:latin typeface="Calibri"/>
                <a:cs typeface="Calibri"/>
              </a:rPr>
              <a:t>∂</a:t>
            </a:r>
            <a:r>
              <a:rPr sz="1100" i="1" spc="-25" dirty="0">
                <a:latin typeface="Arial"/>
                <a:cs typeface="Arial"/>
              </a:rPr>
              <a:t>a</a:t>
            </a:r>
            <a:r>
              <a:rPr sz="1200" i="1" spc="-37" baseline="27777" dirty="0">
                <a:latin typeface="Arial"/>
                <a:cs typeface="Arial"/>
              </a:rPr>
              <a:t>l</a:t>
            </a:r>
            <a:r>
              <a:rPr sz="1200" i="1" baseline="27777" dirty="0">
                <a:latin typeface="Arial"/>
                <a:cs typeface="Arial"/>
              </a:rPr>
              <a:t>	</a:t>
            </a:r>
            <a:r>
              <a:rPr sz="1100" i="1" spc="-25" dirty="0">
                <a:latin typeface="Calibri"/>
                <a:cs typeface="Calibri"/>
              </a:rPr>
              <a:t>∂</a:t>
            </a:r>
            <a:r>
              <a:rPr sz="1100" i="1" spc="-25" dirty="0">
                <a:latin typeface="Arial"/>
                <a:cs typeface="Arial"/>
              </a:rPr>
              <a:t>z</a:t>
            </a:r>
            <a:r>
              <a:rPr sz="1200" i="1" spc="-37" baseline="27777" dirty="0">
                <a:latin typeface="Arial"/>
                <a:cs typeface="Arial"/>
              </a:rPr>
              <a:t>l</a:t>
            </a:r>
            <a:r>
              <a:rPr sz="1200" i="1" baseline="27777" dirty="0">
                <a:latin typeface="Arial"/>
                <a:cs typeface="Arial"/>
              </a:rPr>
              <a:t>	</a:t>
            </a:r>
            <a:r>
              <a:rPr sz="1650" i="1" spc="-30" baseline="2525" dirty="0">
                <a:latin typeface="Calibri"/>
                <a:cs typeface="Calibri"/>
              </a:rPr>
              <a:t>∂</a:t>
            </a:r>
            <a:r>
              <a:rPr sz="1650" i="1" spc="-30" baseline="2525" dirty="0">
                <a:latin typeface="Arial"/>
                <a:cs typeface="Arial"/>
              </a:rPr>
              <a:t>w</a:t>
            </a:r>
            <a:r>
              <a:rPr sz="1200" i="1" spc="-30" baseline="-6944" dirty="0">
                <a:latin typeface="Arial"/>
                <a:cs typeface="Arial"/>
              </a:rPr>
              <a:t>ij</a:t>
            </a:r>
            <a:endParaRPr sz="1200" baseline="-6944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7462" y="2427595"/>
            <a:ext cx="2428875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2386330" algn="l"/>
              </a:tabLst>
            </a:pPr>
            <a:r>
              <a:rPr sz="800" i="1" spc="-50" dirty="0">
                <a:latin typeface="Arial"/>
                <a:cs typeface="Arial"/>
              </a:rPr>
              <a:t>j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7532" y="2349007"/>
            <a:ext cx="41300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</a:pP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200" i="1" baseline="277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200" i="1" spc="315" baseline="277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sz="1100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100" i="1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1200" i="1" baseline="277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200" i="1" spc="307" baseline="277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7532" y="2521092"/>
            <a:ext cx="3765550" cy="34528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sz="1100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100" i="1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200" i="1" baseline="-104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sz="1200" i="1" spc="315" baseline="-104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100" i="1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100" i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sz="11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sz="1100" i="1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100" i="1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030" y="382008"/>
            <a:ext cx="5307092" cy="273408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Weight</a:t>
            </a:r>
            <a:r>
              <a:rPr spc="395" dirty="0"/>
              <a:t> </a:t>
            </a:r>
            <a:r>
              <a:rPr dirty="0"/>
              <a:t>Update</a:t>
            </a:r>
            <a:r>
              <a:rPr spc="395" dirty="0"/>
              <a:t> </a:t>
            </a:r>
            <a:r>
              <a:rPr spc="-20" dirty="0"/>
              <a:t>Rule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20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511" y="982017"/>
            <a:ext cx="4155440" cy="56348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5420" marR="5080" indent="-173355">
              <a:lnSpc>
                <a:spcPct val="102600"/>
              </a:lnSpc>
              <a:spcBef>
                <a:spcPts val="5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descent,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adjusts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6055" indent="-173355">
              <a:spcBef>
                <a:spcPts val="335"/>
              </a:spcBef>
              <a:buClr>
                <a:srgbClr val="6B8DA7"/>
              </a:buClr>
              <a:buFont typeface="Segoe UI Symbol"/>
              <a:buChar char="❑"/>
              <a:tabLst>
                <a:tab pos="186055" algn="l"/>
              </a:tabLst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5600" y="1817131"/>
            <a:ext cx="18161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100" i="1" spc="-25" dirty="0">
                <a:latin typeface="Calibri"/>
                <a:cs typeface="Calibri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13524" y="2027466"/>
            <a:ext cx="246379" cy="0"/>
          </a:xfrm>
          <a:custGeom>
            <a:avLst/>
            <a:gdLst/>
            <a:ahLst/>
            <a:cxnLst/>
            <a:rect l="l" t="t" r="r" b="b"/>
            <a:pathLst>
              <a:path w="246380">
                <a:moveTo>
                  <a:pt x="0" y="0"/>
                </a:moveTo>
                <a:lnTo>
                  <a:pt x="2458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72437" y="1910857"/>
            <a:ext cx="105537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200" i="1" baseline="-10416" dirty="0">
                <a:latin typeface="Arial"/>
                <a:cs typeface="Arial"/>
              </a:rPr>
              <a:t>ij</a:t>
            </a:r>
            <a:r>
              <a:rPr sz="1200" i="1" spc="322" baseline="-10416" dirty="0">
                <a:latin typeface="Arial"/>
                <a:cs typeface="Arial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←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i="1" baseline="-10416" dirty="0">
                <a:latin typeface="Arial"/>
                <a:cs typeface="Arial"/>
              </a:rPr>
              <a:t>ij</a:t>
            </a:r>
            <a:r>
              <a:rPr sz="1200" i="1" spc="232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spc="-40" dirty="0">
                <a:latin typeface="Calibri"/>
                <a:cs typeface="Calibri"/>
              </a:rPr>
              <a:t>η</a:t>
            </a:r>
            <a:r>
              <a:rPr sz="1100" i="1" spc="-85" dirty="0">
                <a:latin typeface="Calibri"/>
                <a:cs typeface="Calibri"/>
              </a:rPr>
              <a:t> </a:t>
            </a:r>
            <a:r>
              <a:rPr sz="1650" i="1" spc="-52" baseline="-37878" dirty="0">
                <a:latin typeface="Calibri"/>
                <a:cs typeface="Calibri"/>
              </a:rPr>
              <a:t>∂</a:t>
            </a:r>
            <a:r>
              <a:rPr sz="1650" i="1" spc="-52" baseline="-37878" dirty="0">
                <a:latin typeface="Arial"/>
                <a:cs typeface="Arial"/>
              </a:rPr>
              <a:t>w</a:t>
            </a:r>
            <a:endParaRPr sz="1650" baseline="-37878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8515" y="2023277"/>
            <a:ext cx="4182745" cy="5842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193800" algn="ctr">
              <a:spcBef>
                <a:spcPts val="425"/>
              </a:spcBef>
            </a:pPr>
            <a:r>
              <a:rPr sz="800" i="1" spc="-25" dirty="0">
                <a:latin typeface="Arial"/>
                <a:cs typeface="Arial"/>
              </a:rPr>
              <a:t>ij</a:t>
            </a:r>
            <a:endParaRPr sz="800" dirty="0">
              <a:latin typeface="Arial"/>
              <a:cs typeface="Arial"/>
            </a:endParaRPr>
          </a:p>
          <a:p>
            <a:pPr marL="185420" marR="5080" indent="-173355">
              <a:lnSpc>
                <a:spcPct val="102600"/>
              </a:lnSpc>
              <a:spcBef>
                <a:spcPts val="4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sz="1100" i="1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rate,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	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030" y="382008"/>
            <a:ext cx="5307092" cy="273408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</a:t>
            </a:r>
            <a:r>
              <a:rPr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345667" y="3260942"/>
            <a:ext cx="1384459" cy="77585"/>
          </a:xfrm>
          <a:prstGeom prst="rect">
            <a:avLst/>
          </a:prstGeom>
        </p:spPr>
        <p:txBody>
          <a:bodyPr vert="horz" wrap="square" lIns="0" tIns="7620" rIns="0" bIns="0" rtlCol="0" anchor="ctr">
            <a:spAutoFit/>
          </a:bodyPr>
          <a:lstStyle/>
          <a:p>
            <a:pPr marL="38100">
              <a:spcBef>
                <a:spcPts val="60"/>
              </a:spcBef>
            </a:pPr>
            <a:fld id="{81D60167-4931-47E6-BA6A-407CBD079E47}" type="slidenum">
              <a:rPr spc="-55" dirty="0"/>
              <a:pPr marL="38100">
                <a:spcBef>
                  <a:spcPts val="60"/>
                </a:spcBef>
              </a:pPr>
              <a:t>21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35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4960" y="1107565"/>
            <a:ext cx="4245610" cy="13385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97485" marR="5080" indent="-185420">
              <a:lnSpc>
                <a:spcPct val="102600"/>
              </a:lnSpc>
              <a:spcBef>
                <a:spcPts val="55"/>
              </a:spcBef>
              <a:buClr>
                <a:srgbClr val="6B8DA7"/>
              </a:buClr>
              <a:buFont typeface="Arial"/>
              <a:buAutoNum type="arabicPeriod"/>
              <a:tabLst>
                <a:tab pos="200660" algn="l"/>
              </a:tabLst>
            </a:pP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sz="11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	output.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7485" marR="379730" indent="-185420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Arial"/>
              <a:buAutoNum type="arabicPeriod"/>
              <a:tabLst>
                <a:tab pos="200660" algn="l"/>
              </a:tabLst>
            </a:pP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gradients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	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indent="-185420">
              <a:spcBef>
                <a:spcPts val="334"/>
              </a:spcBef>
              <a:buClr>
                <a:srgbClr val="6B8DA7"/>
              </a:buClr>
              <a:buFont typeface="Arial"/>
              <a:buAutoNum type="arabicPeriod"/>
              <a:tabLst>
                <a:tab pos="198120" algn="l"/>
              </a:tabLst>
            </a:pP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descent.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7485" marR="495934" indent="-185420">
              <a:lnSpc>
                <a:spcPct val="102699"/>
              </a:lnSpc>
              <a:spcBef>
                <a:spcPts val="295"/>
              </a:spcBef>
              <a:buClr>
                <a:srgbClr val="6B8DA7"/>
              </a:buClr>
              <a:buFont typeface="Arial"/>
              <a:buAutoNum type="arabicPeriod"/>
              <a:tabLst>
                <a:tab pos="200660" algn="l"/>
              </a:tabLst>
            </a:pP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convergence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predefined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	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iterations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reached.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374</TotalTime>
  <Words>1555</Words>
  <Application>Microsoft Office PowerPoint</Application>
  <PresentationFormat>Custom</PresentationFormat>
  <Paragraphs>153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Aptos</vt:lpstr>
      <vt:lpstr>Aptos Display</vt:lpstr>
      <vt:lpstr>Arial</vt:lpstr>
      <vt:lpstr>Arial MT</vt:lpstr>
      <vt:lpstr>Calibri</vt:lpstr>
      <vt:lpstr>Corbel</vt:lpstr>
      <vt:lpstr>Lucida Sans Unicode</vt:lpstr>
      <vt:lpstr>Segoe UI Symbol</vt:lpstr>
      <vt:lpstr>Tahoma</vt:lpstr>
      <vt:lpstr>Times New Roman</vt:lpstr>
      <vt:lpstr>Verdana</vt:lpstr>
      <vt:lpstr>Office Theme</vt:lpstr>
      <vt:lpstr>MLPs</vt:lpstr>
      <vt:lpstr>Linearly Non-separable Problems</vt:lpstr>
      <vt:lpstr>Multi-layer Neural Networks</vt:lpstr>
      <vt:lpstr>PowerPoint Presentation</vt:lpstr>
      <vt:lpstr>Activation Functions</vt:lpstr>
      <vt:lpstr>PowerPoint Presentation</vt:lpstr>
      <vt:lpstr>Sigmoid Function</vt:lpstr>
      <vt:lpstr>Hyperbolic Tangent (tanh) Function</vt:lpstr>
      <vt:lpstr>Rectified Linear Unit (ReLU) Function</vt:lpstr>
      <vt:lpstr>Multi-Layer Perceptron (MLP)</vt:lpstr>
      <vt:lpstr>PowerPoint Presentation</vt:lpstr>
      <vt:lpstr>Activation Functions in MLP</vt:lpstr>
      <vt:lpstr>Two-Layer Perceptron Solving XOR Problem</vt:lpstr>
      <vt:lpstr>Two-Layer Perceptron Solving XOR Problem: Example</vt:lpstr>
      <vt:lpstr>PowerPoint Presentation</vt:lpstr>
      <vt:lpstr>Forward Propagation</vt:lpstr>
      <vt:lpstr>Backpropagation</vt:lpstr>
      <vt:lpstr>Loss Functions</vt:lpstr>
      <vt:lpstr>Chain Rule and Gradients</vt:lpstr>
      <vt:lpstr>Weight Update Rule</vt:lpstr>
      <vt:lpstr>Backpropagation 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- CSN-382 (Lecture 20)</dc:title>
  <dc:creator>-0.3cm Dr. R. Balasubramanian</dc:creator>
  <cp:lastModifiedBy>vijay kumari</cp:lastModifiedBy>
  <cp:revision>4</cp:revision>
  <dcterms:created xsi:type="dcterms:W3CDTF">2025-11-09T12:14:27Z</dcterms:created>
  <dcterms:modified xsi:type="dcterms:W3CDTF">2025-11-09T18:29:25Z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2023-04-10T00:00:00Z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2025-11-09T00:00:00Z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oducer">
    <vt:lpwstr>pdfTeX-1.40.24</vt:lpwstr>
  </property>
</Properties>
</file>