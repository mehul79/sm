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2" Target="ppt/presentation.xml" Type="http://schemas.openxmlformats.org/officeDocument/2006/relationships/officeDocument"/><Relationship Id="rId1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9144000" cy="6858000" type="screen4x3"/>
  <p:notesSz cx="6858000" cy="9144000"/>
  <p:defaultTextStyle>
    <a:lvl1pPr algn="l" defTabSz="914400" fontAlgn="base" indent="0" marL="0" rtl="0">
      <a:lnSpc>
        <a:spcPct val="100000"/>
      </a:lnSpc>
      <a:spcBef>
        <a:spcPct val="0"/>
      </a:spcBef>
      <a:spcAft>
        <a:spcPct val="0"/>
      </a:spcAft>
      <a:buNone/>
      <a:defRPr b="0" baseline="0" dirty="0" i="0" lang="en-US" smtClean="0" sz="2400" u="none">
        <a:solidFill>
          <a:schemeClr val="tx1"/>
        </a:solidFill>
        <a:latin charset="0" pitchFamily="18" typeface="Times New Roman"/>
      </a:defRPr>
    </a:lvl1pPr>
    <a:lvl2pPr indent="0" marL="457200">
      <a:lnSpc>
        <a:spcPct val="100000"/>
      </a:lnSpc>
      <a:spcBef>
        <a:spcPct val="0"/>
      </a:spcBef>
      <a:spcAft>
        <a:spcPct val="0"/>
      </a:spcAft>
      <a:buNone/>
      <a:defRPr b="0" dirty="0" i="0" lang="en-US" smtClean="0" sz="2400" u="none">
        <a:solidFill>
          <a:schemeClr val="tx1"/>
        </a:solidFill>
        <a:latin charset="0" pitchFamily="18" typeface="Times New Roman"/>
      </a:defRPr>
    </a:lvl2pPr>
    <a:lvl3pPr indent="0" marL="914400">
      <a:lnSpc>
        <a:spcPct val="100000"/>
      </a:lnSpc>
      <a:spcBef>
        <a:spcPct val="0"/>
      </a:spcBef>
      <a:spcAft>
        <a:spcPct val="0"/>
      </a:spcAft>
      <a:buNone/>
      <a:defRPr b="0" dirty="0" i="0" lang="en-US" smtClean="0" sz="2400" u="none">
        <a:solidFill>
          <a:schemeClr val="tx1"/>
        </a:solidFill>
        <a:latin charset="0" pitchFamily="18" typeface="Times New Roman"/>
      </a:defRPr>
    </a:lvl3pPr>
    <a:lvl4pPr indent="0" marL="1371600">
      <a:lnSpc>
        <a:spcPct val="100000"/>
      </a:lnSpc>
      <a:spcBef>
        <a:spcPct val="0"/>
      </a:spcBef>
      <a:spcAft>
        <a:spcPct val="0"/>
      </a:spcAft>
      <a:buNone/>
      <a:defRPr b="0" dirty="0" i="0" lang="en-US" smtClean="0" sz="2400" u="none">
        <a:solidFill>
          <a:schemeClr val="tx1"/>
        </a:solidFill>
        <a:latin charset="0" pitchFamily="18" typeface="Times New Roman"/>
      </a:defRPr>
    </a:lvl4pPr>
    <a:lvl5pPr indent="0" marL="1828800">
      <a:lnSpc>
        <a:spcPct val="100000"/>
      </a:lnSpc>
      <a:spcBef>
        <a:spcPct val="0"/>
      </a:spcBef>
      <a:spcAft>
        <a:spcPct val="0"/>
      </a:spcAft>
      <a:buNone/>
      <a:defRPr b="0" dirty="0" i="0" lang="en-US" smtClean="0" sz="2400" u="none">
        <a:solidFill>
          <a:schemeClr val="tx1"/>
        </a:solidFill>
        <a:latin charset="0" pitchFamily="18" typeface="Times New Roman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<Relationships xmlns="http://schemas.openxmlformats.org/package/2006/relationships"><Relationship Id="rId35" Target="slides/slide27.xml" Type="http://schemas.openxmlformats.org/officeDocument/2006/relationships/slide"/><Relationship Id="rId34" Target="slides/slide26.xml" Type="http://schemas.openxmlformats.org/officeDocument/2006/relationships/slide"/><Relationship Id="rId33" Target="slides/slide25.xml" Type="http://schemas.openxmlformats.org/officeDocument/2006/relationships/slide"/><Relationship Id="rId32" Target="slides/slide24.xml" Type="http://schemas.openxmlformats.org/officeDocument/2006/relationships/slide"/><Relationship Id="rId31" Target="slides/slide23.xml" Type="http://schemas.openxmlformats.org/officeDocument/2006/relationships/slide"/><Relationship Id="rId30" Target="slides/slide22.xml" Type="http://schemas.openxmlformats.org/officeDocument/2006/relationships/slide"/><Relationship Id="rId27" Target="slides/slide19.xml" Type="http://schemas.openxmlformats.org/officeDocument/2006/relationships/slide"/><Relationship Id="rId26" Target="slides/slide18.xml" Type="http://schemas.openxmlformats.org/officeDocument/2006/relationships/slide"/><Relationship Id="rId25" Target="slides/slide17.xml" Type="http://schemas.openxmlformats.org/officeDocument/2006/relationships/slide"/><Relationship Id="rId24" Target="slides/slide16.xml" Type="http://schemas.openxmlformats.org/officeDocument/2006/relationships/slide"/><Relationship Id="rId21" Target="slides/slide13.xml" Type="http://schemas.openxmlformats.org/officeDocument/2006/relationships/slide"/><Relationship Id="rId19" Target="slides/slide11.xml" Type="http://schemas.openxmlformats.org/officeDocument/2006/relationships/slide"/><Relationship Id="rId20" Target="slides/slide12.xml" Type="http://schemas.openxmlformats.org/officeDocument/2006/relationships/slide"/><Relationship Id="rId18" Target="slides/slide10.xml" Type="http://schemas.openxmlformats.org/officeDocument/2006/relationships/slide"/><Relationship Id="rId17" Target="slides/slide9.xml" Type="http://schemas.openxmlformats.org/officeDocument/2006/relationships/slide"/><Relationship Id="rId16" Target="slides/slide8.xml" Type="http://schemas.openxmlformats.org/officeDocument/2006/relationships/slide"/><Relationship Id="rId15" Target="slides/slide7.xml" Type="http://schemas.openxmlformats.org/officeDocument/2006/relationships/slide"/><Relationship Id="rId14" Target="slides/slide6.xml" Type="http://schemas.openxmlformats.org/officeDocument/2006/relationships/slide"/><Relationship Id="rId13" Target="slides/slide5.xml" Type="http://schemas.openxmlformats.org/officeDocument/2006/relationships/slide"/><Relationship Id="rId12" Target="slides/slide4.xml" Type="http://schemas.openxmlformats.org/officeDocument/2006/relationships/slide"/><Relationship Id="rId11" Target="slides/slide3.xml" Type="http://schemas.openxmlformats.org/officeDocument/2006/relationships/slide"/><Relationship Id="rId10" Target="slides/slide2.xml" Type="http://schemas.openxmlformats.org/officeDocument/2006/relationships/slide"/><Relationship Id="rId9" Target="slides/slide1.xml" Type="http://schemas.openxmlformats.org/officeDocument/2006/relationships/slide"/><Relationship Id="rId8" Target="notesMasters/notesMaster1.xml" Type="http://schemas.openxmlformats.org/officeDocument/2006/relationships/notesMaster"/><Relationship Id="rId7" Target="slideMasters/slideMaster3.xml" Type="http://schemas.openxmlformats.org/officeDocument/2006/relationships/slideMaster"/><Relationship Id="rId6" Target="slideMasters/slideMaster2.xml" Type="http://schemas.openxmlformats.org/officeDocument/2006/relationships/slideMaster"/><Relationship Id="rId5" Target="slideMasters/slideMaster1.xml" Type="http://schemas.openxmlformats.org/officeDocument/2006/relationships/slideMaster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3" Target="slides/slide15.xml" Type="http://schemas.openxmlformats.org/officeDocument/2006/relationships/slide"/><Relationship Id="rId29" Target="slides/slide21.xml" Type="http://schemas.openxmlformats.org/officeDocument/2006/relationships/slide"/><Relationship Id="rId2" Target="viewProps.xml" Type="http://schemas.openxmlformats.org/officeDocument/2006/relationships/viewProps"/><Relationship Id="rId22" Target="slides/slide14.xml" Type="http://schemas.openxmlformats.org/officeDocument/2006/relationships/slide"/><Relationship Id="rId28" Target="slides/slide20.xml" Type="http://schemas.openxmlformats.org/officeDocument/2006/relationships/slide"/><Relationship Id="rId1" Target="theme/theme2.xml" Type="http://schemas.openxmlformats.org/officeDocument/2006/relationships/theme"/></Relationships>
</file>

<file path=ppt/notesMasters/_rels/notesMaster1.xml.rels><?xml version="1.0" encoding="UTF-8" standalone="yes"?><Relationships xmlns="http://schemas.openxmlformats.org/package/2006/relationships"><Relationship Id="rId1" Target="../theme/theme4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18"/>
          <p:cNvSpPr>
            <a:spLocks/>
          </p:cNvSpPr>
          <p:nvPr>
            <p:ph sz="quarter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</p:txBody>
      </p:sp>
      <p:sp>
        <p:nvSpPr>
          <p:cNvPr id="19" name="Text Box 19"/>
          <p:cNvSpPr>
            <a:spLocks/>
          </p:cNvSpPr>
          <p:nvPr>
            <p:ph idx="1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</p:txBody>
      </p:sp>
      <p:sp>
        <p:nvSpPr>
          <p:cNvPr id="20" name="Text Box 20"/>
          <p:cNvSpPr>
            <a:spLocks/>
          </p:cNvSpPr>
          <p:nvPr>
            <p:ph idx="2"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round/>
            <a:headEnd/>
            <a:tailEnd/>
          </a:ln>
        </p:spPr>
      </p:sp>
      <p:sp>
        <p:nvSpPr>
          <p:cNvPr id="21" name="Text Box 21"/>
          <p:cNvSpPr>
            <a:spLocks/>
          </p:cNvSpPr>
          <p:nvPr>
            <p:ph idx="3" sz="quarter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22" name="Text Box 22"/>
          <p:cNvSpPr>
            <a:spLocks/>
          </p:cNvSpPr>
          <p:nvPr>
            <p:ph idx="4" sz="quarter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ln>
            <a:noFill/>
          </a:ln>
        </p:spPr>
        <p:txBody>
          <a:bodyPr anchor="b" numCol="1"/>
          <a:lstStyle/>
          <a:p>
            <a:endParaRPr/>
          </a:p>
        </p:txBody>
      </p:sp>
      <p:sp>
        <p:nvSpPr>
          <p:cNvPr id="23" name="Text Box 23"/>
          <p:cNvSpPr>
            <a:spLocks/>
          </p:cNvSpPr>
          <p:nvPr>
            <p:ph idx="5" sz="quarter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ln>
            <a:noFill/>
          </a:ln>
        </p:spPr>
        <p:txBody>
          <a:bodyPr anchor="b" numCol="1"/>
          <a:lstStyle/>
          <a:p>
            <a:pPr algn="r"/>
            <a:r>
              <a:rPr dirty="0" lang="en-US" smtClean="0" sz="1200"/>
              <a:t>*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</p:notesMaster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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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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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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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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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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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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3.xml.rels><?xml version="1.0" encoding="UTF-8" standalone="yes"?>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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5.xml.rels><?xml version="1.0" encoding="UTF-8" standalone="yes"?>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6.xml.rels><?xml version="1.0" encoding="UTF-8" standalone="yes"?>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7.xml.rels><?xml version="1.0" encoding="UTF-8" standalone="yes"?>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8.xml.rels><?xml version="1.0" encoding="UTF-8" standalone="yes"?>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9.xml.rels><?xml version="1.0" encoding="UTF-8" standalone="yes"?>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0.xml.rels><?xml version="1.0" encoding="UTF-8" standalone="yes"?>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1.xml.rels><?xml version="1.0" encoding="UTF-8" standalone="yes"?>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2.xml.rels><?xml version="1.0" encoding="UTF-8" standalone="yes"?>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3.xml.rels><?xml version="1.0" encoding="UTF-8" standalone="yes"?>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algn="ctr" indent="0" marL="0">
              <a:buNone/>
              <a:defRPr/>
            </a:lvl1pPr>
            <a:lvl2pPr algn="ctr" indent="0" marL="457200">
              <a:buNone/>
              <a:defRPr/>
            </a:lvl2pPr>
            <a:lvl3pPr algn="ctr" indent="0" marL="914400">
              <a:buNone/>
              <a:defRPr/>
            </a:lvl3pPr>
            <a:lvl4pPr algn="ctr" indent="0" marL="1371600">
              <a:buNone/>
              <a:defRPr/>
            </a:lvl4pPr>
            <a:lvl5pPr algn="ctr" indent="0" marL="1828800">
              <a:buNone/>
              <a:defRPr/>
            </a:lvl5pPr>
            <a:lvl6pPr algn="ctr" indent="0" marL="2286000">
              <a:buNone/>
              <a:defRPr/>
            </a:lvl6pPr>
            <a:lvl7pPr algn="ctr" indent="0" marL="2743200">
              <a:buNone/>
              <a:defRPr/>
            </a:lvl7pPr>
            <a:lvl8pPr algn="ctr" indent="0" marL="3200400">
              <a:buNone/>
              <a:defRPr/>
            </a:lvl8pPr>
            <a:lvl9pPr algn="ctr" indent="0" marL="3657600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C9600221-B624-45B7-9E68-D1D7975258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A5BC7F78-48E6-4BBC-B0E1-56BD2A17FC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numCol="1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 numCol="1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146B05A8-4507-4941-A8ED-92C83DD237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2D52B7B6-6F1B-4A62-B87E-81AD4998D8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08F7B79A-4EA2-44AE-9F7F-F6A143AD22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C543D10D-1B83-4EE9-8835-AFAF7628AD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numCol="1"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8A0F8399-60D2-4F5D-9CEE-64FA3803ED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algn="ctr" indent="0" marL="0">
              <a:buNone/>
              <a:defRPr/>
            </a:lvl1pPr>
            <a:lvl2pPr algn="ctr" indent="0" marL="457200">
              <a:buNone/>
              <a:defRPr/>
            </a:lvl2pPr>
            <a:lvl3pPr algn="ctr" indent="0" marL="914400">
              <a:buNone/>
              <a:defRPr/>
            </a:lvl3pPr>
            <a:lvl4pPr algn="ctr" indent="0" marL="1371600">
              <a:buNone/>
              <a:defRPr/>
            </a:lvl4pPr>
            <a:lvl5pPr algn="ctr" indent="0" marL="1828800">
              <a:buNone/>
              <a:defRPr/>
            </a:lvl5pPr>
            <a:lvl6pPr algn="ctr" indent="0" marL="2286000">
              <a:buNone/>
              <a:defRPr/>
            </a:lvl6pPr>
            <a:lvl7pPr algn="ctr" indent="0" marL="2743200">
              <a:buNone/>
              <a:defRPr/>
            </a:lvl7pPr>
            <a:lvl8pPr algn="ctr" indent="0" marL="3200400">
              <a:buNone/>
              <a:defRPr/>
            </a:lvl8pPr>
            <a:lvl9pPr algn="ctr" indent="0" marL="3657600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C9600221-B624-45B7-9E68-D1D7975258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A5BC7F78-48E6-4BBC-B0E1-56BD2A17FC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numCol="1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 numCol="1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146B05A8-4507-4941-A8ED-92C83DD237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2D52B7B6-6F1B-4A62-B87E-81AD4998D8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08F7B79A-4EA2-44AE-9F7F-F6A143AD22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C543D10D-1B83-4EE9-8835-AFAF7628AD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numCol="1"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8A0F8399-60D2-4F5D-9CEE-64FA3803ED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algn="ctr" indent="0" marL="0">
              <a:buNone/>
              <a:defRPr/>
            </a:lvl1pPr>
            <a:lvl2pPr algn="ctr" indent="0" marL="457200">
              <a:buNone/>
              <a:defRPr/>
            </a:lvl2pPr>
            <a:lvl3pPr algn="ctr" indent="0" marL="914400">
              <a:buNone/>
              <a:defRPr/>
            </a:lvl3pPr>
            <a:lvl4pPr algn="ctr" indent="0" marL="1371600">
              <a:buNone/>
              <a:defRPr/>
            </a:lvl4pPr>
            <a:lvl5pPr algn="ctr" indent="0" marL="1828800">
              <a:buNone/>
              <a:defRPr/>
            </a:lvl5pPr>
            <a:lvl6pPr algn="ctr" indent="0" marL="2286000">
              <a:buNone/>
              <a:defRPr/>
            </a:lvl6pPr>
            <a:lvl7pPr algn="ctr" indent="0" marL="2743200">
              <a:buNone/>
              <a:defRPr/>
            </a:lvl7pPr>
            <a:lvl8pPr algn="ctr" indent="0" marL="3200400">
              <a:buNone/>
              <a:defRPr/>
            </a:lvl8pPr>
            <a:lvl9pPr algn="ctr" indent="0" marL="3657600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C9600221-B624-45B7-9E68-D1D7975258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A5BC7F78-48E6-4BBC-B0E1-56BD2A17FC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numCol="1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 numCol="1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146B05A8-4507-4941-A8ED-92C83DD237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2D52B7B6-6F1B-4A62-B87E-81AD4998D8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08F7B79A-4EA2-44AE-9F7F-F6A143AD22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C543D10D-1B83-4EE9-8835-AFAF7628AD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numCol="1"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8A0F8399-60D2-4F5D-9CEE-64FA3803ED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2.xml" Type="http://schemas.openxmlformats.org/officeDocument/2006/relationships/theme"/></Relationships>
</file>

<file path=ppt/slideMasters/_rels/slideMaster2.xml.rels><?xml version="1.0" encoding="UTF-8" standalone="yes"?><Relationships xmlns="http://schemas.openxmlformats.org/package/2006/relationships"><Relationship Id="rId12" Target="../slideLayouts/slideLayout22.xml" Type="http://schemas.openxmlformats.org/officeDocument/2006/relationships/slideLayout"/><Relationship Id="rId11" Target="../slideLayouts/slideLayout21.xml" Type="http://schemas.openxmlformats.org/officeDocument/2006/relationships/slideLayout"/><Relationship Id="rId10" Target="../slideLayouts/slideLayout20.xml" Type="http://schemas.openxmlformats.org/officeDocument/2006/relationships/slideLayout"/><Relationship Id="rId9" Target="../slideLayouts/slideLayout19.xml" Type="http://schemas.openxmlformats.org/officeDocument/2006/relationships/slideLayout"/><Relationship Id="rId8" Target="../slideLayouts/slideLayout18.xml" Type="http://schemas.openxmlformats.org/officeDocument/2006/relationships/slideLayout"/><Relationship Id="rId7" Target="../slideLayouts/slideLayout17.xml" Type="http://schemas.openxmlformats.org/officeDocument/2006/relationships/slideLayout"/><Relationship Id="rId6" Target="../slideLayouts/slideLayout16.xml" Type="http://schemas.openxmlformats.org/officeDocument/2006/relationships/slideLayout"/><Relationship Id="rId5" Target="../slideLayouts/slideLayout15.xml" Type="http://schemas.openxmlformats.org/officeDocument/2006/relationships/slideLayout"/><Relationship Id="rId4" Target="../slideLayouts/slideLayout14.xml" Type="http://schemas.openxmlformats.org/officeDocument/2006/relationships/slideLayout"/><Relationship Id="rId3" Target="../slideLayouts/slideLayout13.xml" Type="http://schemas.openxmlformats.org/officeDocument/2006/relationships/slideLayout"/><Relationship Id="rId2" Target="../slideLayouts/slideLayout12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_rels/slideMaster3.xml.rels><?xml version="1.0" encoding="UTF-8" standalone="yes"?><Relationships xmlns="http://schemas.openxmlformats.org/package/2006/relationships"><Relationship Id="rId12" Target="../slideLayouts/slideLayout33.xml" Type="http://schemas.openxmlformats.org/officeDocument/2006/relationships/slideLayout"/><Relationship Id="rId11" Target="../slideLayouts/slideLayout32.xml" Type="http://schemas.openxmlformats.org/officeDocument/2006/relationships/slideLayout"/><Relationship Id="rId10" Target="../slideLayouts/slideLayout31.xml" Type="http://schemas.openxmlformats.org/officeDocument/2006/relationships/slideLayout"/><Relationship Id="rId9" Target="../slideLayouts/slideLayout30.xml" Type="http://schemas.openxmlformats.org/officeDocument/2006/relationships/slideLayout"/><Relationship Id="rId8" Target="../slideLayouts/slideLayout29.xml" Type="http://schemas.openxmlformats.org/officeDocument/2006/relationships/slideLayout"/><Relationship Id="rId7" Target="../slideLayouts/slideLayout28.xml" Type="http://schemas.openxmlformats.org/officeDocument/2006/relationships/slideLayout"/><Relationship Id="rId6" Target="../slideLayouts/slideLayout27.xml" Type="http://schemas.openxmlformats.org/officeDocument/2006/relationships/slideLayout"/><Relationship Id="rId5" Target="../slideLayouts/slideLayout26.xml" Type="http://schemas.openxmlformats.org/officeDocument/2006/relationships/slideLayout"/><Relationship Id="rId4" Target="../slideLayouts/slideLayout25.xml" Type="http://schemas.openxmlformats.org/officeDocument/2006/relationships/slideLayout"/><Relationship Id="rId3" Target="../slideLayouts/slideLayout24.xml" Type="http://schemas.openxmlformats.org/officeDocument/2006/relationships/slideLayout"/><Relationship Id="rId2" Target="../slideLayouts/slideLayout23.xml" Type="http://schemas.openxmlformats.org/officeDocument/2006/relationships/slideLayout"/><Relationship Id="rId1" Target="../theme/theme3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 Box 1"/>
          <p:cNvSpPr>
            <a:spLocks/>
          </p:cNvSpPr>
          <p:nvPr>
            <p:ph type="title"/>
          </p:nvPr>
        </p:nvSpPr>
        <p:spPr>
          <a:xfrm>
            <a:off x="457200" y="228600"/>
            <a:ext cx="8305800" cy="914400"/>
          </a:xfrm>
          <a:prstGeom prst="rect">
            <a:avLst/>
          </a:prstGeom>
          <a:ln>
            <a:noFill/>
          </a:ln>
        </p:spPr>
        <p:txBody>
          <a:bodyPr anchor="ctr" numCol="1"/>
          <a:lstStyle/>
          <a:p>
            <a:endParaRPr/>
          </a:p>
        </p:txBody>
      </p:sp>
      <p:sp>
        <p:nvSpPr>
          <p:cNvPr id="2" name="Text Box 2"/>
          <p:cNvSpPr>
            <a:spLocks/>
          </p:cNvSpPr>
          <p:nvPr>
            <p:ph idx="1" type="body"/>
          </p:nvPr>
        </p:nvSpPr>
        <p:spPr>
          <a:xfrm>
            <a:off x="381000" y="1524000"/>
            <a:ext cx="8458200" cy="45720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3" name="Text Box 3"/>
          <p:cNvSpPr>
            <a:spLocks/>
          </p:cNvSpPr>
          <p:nvPr>
            <p:ph idx="4" sz="quarter" type="sldNum"/>
          </p:nvPr>
        </p:nvSpPr>
        <p:spPr>
          <a:xfrm>
            <a:off x="8153400" y="6553200"/>
            <a:ext cx="990600" cy="3048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pPr algn="r"/>
            <a:r>
              <a:rPr dirty="0" lang="en-US" smtClean="0" sz="1400"/>
              <a:t>*</a:t>
            </a:r>
          </a:p>
        </p:txBody>
      </p:sp>
      <p:sp>
        <p:nvSpPr>
          <p:cNvPr id="4" name="Text Box 4"/>
          <p:cNvSpPr>
            <a:spLocks/>
          </p:cNvSpPr>
          <p:nvPr>
            <p:ph idx="3" sz="quarter" type="ftr"/>
          </p:nvPr>
        </p:nvSpPr>
        <p:spPr>
          <a:xfrm>
            <a:off x="0" y="6553200"/>
            <a:ext cx="5029200" cy="3048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pPr algn="ctr"/>
            <a:r>
              <a:rPr dirty="0" lang="en-US" smtClean="0" sz="1400"/>
              <a:t>UCS 804- Software Project Management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/>
  <p:txStyles>
    <p:titleStyle>
      <a:lvl1pPr algn="ctr" defTabSz="914400" fontAlgn="base" indent="0" marL="0" rtl="0">
        <a:lnSpc>
          <a:spcPct val="100000"/>
        </a:lnSpc>
        <a:spcBef>
          <a:spcPct val="0"/>
        </a:spcBef>
        <a:spcAft>
          <a:spcPct val="0"/>
        </a:spcAft>
        <a:buNone/>
        <a:defRPr b="0" baseline="0" dirty="0" i="0" lang="en-US" smtClean="0" sz="4400" u="none">
          <a:solidFill>
            <a:srgbClr val="666699"/>
          </a:solidFill>
          <a:latin charset="0" pitchFamily="18" typeface="Garamond"/>
        </a:defRPr>
      </a:lvl1pPr>
    </p:titleStyle>
    <p:bodyStyle>
      <a:lvl1pPr algn="l" defTabSz="914400" fontAlgn="base" indent="-342900" marL="342900" rtl="0">
        <a:lnSpc>
          <a:spcPct val="100000"/>
        </a:lnSpc>
        <a:spcBef>
          <a:spcPct val="20000"/>
        </a:spcBef>
        <a:spcAft>
          <a:spcPct val="0"/>
        </a:spcAft>
        <a:buClr>
          <a:srgbClr val="666699"/>
        </a:buClr>
        <a:buFont charset="2" pitchFamily="2" typeface="Wingdings"/>
        <a:buChar char="§"/>
        <a:defRPr b="0" baseline="0" dirty="0" i="0" lang="en-US" smtClean="0" sz="2800" u="none">
          <a:solidFill>
            <a:schemeClr val="tx1"/>
          </a:solidFill>
          <a:latin charset="0" pitchFamily="18" typeface="Times New Roman"/>
        </a:defRPr>
      </a:lvl1pPr>
      <a:lvl2pPr indent="-285750" marL="742950">
        <a:lnSpc>
          <a:spcPct val="100000"/>
        </a:lnSpc>
        <a:spcBef>
          <a:spcPct val="20000"/>
        </a:spcBef>
        <a:spcAft>
          <a:spcPct val="0"/>
        </a:spcAft>
        <a:buClr>
          <a:srgbClr val="666699"/>
        </a:buClr>
        <a:buFont charset="2" pitchFamily="2" typeface="Wingdings"/>
        <a:buChar char="§"/>
        <a:defRPr b="0" dirty="0" i="0" lang="en-US" smtClean="0" sz="2600" u="none">
          <a:solidFill>
            <a:schemeClr val="tx1"/>
          </a:solidFill>
          <a:latin charset="0" pitchFamily="18" typeface="Times New Roman"/>
        </a:defRPr>
      </a:lvl2pPr>
      <a:lvl3pPr indent="-228600" marL="1143000">
        <a:lnSpc>
          <a:spcPct val="100000"/>
        </a:lnSpc>
        <a:spcBef>
          <a:spcPct val="20000"/>
        </a:spcBef>
        <a:spcAft>
          <a:spcPct val="0"/>
        </a:spcAft>
        <a:buClr>
          <a:srgbClr val="666699"/>
        </a:buClr>
        <a:buFont charset="2" pitchFamily="2" typeface="Wingdings"/>
        <a:buChar char="§"/>
        <a:defRPr b="0" dirty="0" i="0" lang="en-US" smtClean="0" sz="2400" u="none">
          <a:solidFill>
            <a:schemeClr val="tx1"/>
          </a:solidFill>
          <a:latin charset="0" pitchFamily="18" typeface="Times New Roman"/>
        </a:defRPr>
      </a:lvl3pPr>
      <a:lvl4pPr indent="-228600" marL="1600200">
        <a:lnSpc>
          <a:spcPct val="100000"/>
        </a:lnSpc>
        <a:spcBef>
          <a:spcPct val="20000"/>
        </a:spcBef>
        <a:spcAft>
          <a:spcPct val="0"/>
        </a:spcAft>
        <a:buClr>
          <a:srgbClr val="666699"/>
        </a:buClr>
        <a:buFont charset="2" pitchFamily="2" typeface="Wingdings"/>
        <a:buChar char="§"/>
        <a:defRPr b="0" dirty="0" i="0" lang="en-US" smtClean="0" sz="2200" u="none">
          <a:solidFill>
            <a:schemeClr val="tx1"/>
          </a:solidFill>
          <a:latin charset="0" pitchFamily="18" typeface="Times New Roman"/>
        </a:defRPr>
      </a:lvl4pPr>
      <a:lvl5pPr indent="-228600" marL="2057400">
        <a:lnSpc>
          <a:spcPct val="100000"/>
        </a:lnSpc>
        <a:spcBef>
          <a:spcPct val="20000"/>
        </a:spcBef>
        <a:spcAft>
          <a:spcPct val="0"/>
        </a:spcAft>
        <a:buClr>
          <a:srgbClr val="666699"/>
        </a:buClr>
        <a:buFont charset="2" pitchFamily="2" typeface="Wingdings"/>
        <a:buChar char="§"/>
        <a:defRPr b="0" dirty="0" i="0" lang="en-US" smtClean="0" sz="2000" u="none">
          <a:solidFill>
            <a:schemeClr val="tx1"/>
          </a:solidFill>
          <a:latin charset="0" pitchFamily="18" typeface="Times New Roman"/>
        </a:defRPr>
      </a:lvl5pPr>
    </p:bodyStyle>
    <p:otherStyle>
      <a:lvl1pPr algn="l" defTabSz="914400" fontAlgn="base" indent="0" marL="0" rtl="0">
        <a:lnSpc>
          <a:spcPct val="100000"/>
        </a:lnSpc>
        <a:spcBef>
          <a:spcPct val="0"/>
        </a:spcBef>
        <a:spcAft>
          <a:spcPct val="0"/>
        </a:spcAft>
        <a:buNone/>
        <a:defRPr b="0" baseline="0" dirty="0" i="0" lang="en-US" smtClean="0" sz="1800" u="none">
          <a:solidFill>
            <a:schemeClr val="tx1"/>
          </a:solidFill>
          <a:latin charset="0" pitchFamily="18" typeface="Times New Roman"/>
        </a:defRPr>
      </a:lvl1pPr>
      <a:lvl2pPr indent="0" marL="4572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18" typeface="Times New Roman"/>
        </a:defRPr>
      </a:lvl2pPr>
      <a:lvl3pPr indent="0" marL="9144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18" typeface="Times New Roman"/>
        </a:defRPr>
      </a:lvl3pPr>
      <a:lvl4pPr indent="0" marL="13716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18" typeface="Times New Roman"/>
        </a:defRPr>
      </a:lvl4pPr>
      <a:lvl5pPr indent="0" marL="18288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18" typeface="Times New Roman"/>
        </a:defRPr>
      </a:lvl5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>
          <a:fgClr>
            <a:schemeClr val="bg2">
              <a:alpha val="99998"/>
            </a:schemeClr>
          </a:fgClr>
          <a:bgClr>
            <a:schemeClr val="bg1">
              <a:alpha val="99998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>
            <a:spLocks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ln>
            <a:noFill/>
          </a:ln>
        </p:spPr>
        <p:txBody>
          <a:bodyPr anchor="b" numCol="1"/>
          <a:lstStyle/>
          <a:p>
            <a:endParaRPr/>
          </a:p>
        </p:txBody>
      </p:sp>
      <p:sp>
        <p:nvSpPr>
          <p:cNvPr id="6" name="Text Box 6"/>
          <p:cNvSpPr>
            <a:spLocks/>
          </p:cNvSpPr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7" name="Text Box 7"/>
          <p:cNvSpPr>
            <a:spLocks/>
          </p:cNvSpPr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b="b" l="0" r="r" t="0"/>
            <a:pathLst>
              <a:path h="1000" stroke="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99998"/>
            </a:schemeClr>
          </a:solidFill>
          <a:ln w="9525">
            <a:solidFill>
              <a:schemeClr val="accent2">
                <a:alpha val="100000"/>
              </a:schemeClr>
            </a:solidFill>
            <a:round/>
            <a:headEnd/>
            <a:tailEnd/>
          </a:ln>
        </p:spPr>
      </p:sp>
      <p:sp>
        <p:nvSpPr>
          <p:cNvPr id="8" name="Text Box 8"/>
          <p:cNvSpPr>
            <a:spLocks/>
          </p:cNvSpPr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</p:spPr>
      </p:sp>
      <p:sp>
        <p:nvSpPr>
          <p:cNvPr id="9" name="Text Box 9"/>
          <p:cNvSpPr>
            <a:spLocks/>
          </p:cNvSpPr>
          <p:nvPr>
            <p:ph idx="2" sz="half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</p:txBody>
      </p:sp>
      <p:sp>
        <p:nvSpPr>
          <p:cNvPr id="10" name="Text Box 10"/>
          <p:cNvSpPr>
            <a:spLocks/>
          </p:cNvSpPr>
          <p:nvPr>
            <p:ph idx="3" sz="quarter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pPr algn="ctr"/>
            <a:r>
              <a:rPr dirty="0" lang="en-US" smtClean="0" sz="1200">
                <a:latin charset="0" pitchFamily="34" typeface="Verdana"/>
              </a:rPr>
              <a:t>UCS 804- Software Project Management</a:t>
            </a:r>
          </a:p>
        </p:txBody>
      </p:sp>
      <p:sp>
        <p:nvSpPr>
          <p:cNvPr id="11" name="Text Box 11"/>
          <p:cNvSpPr>
            <a:spLocks/>
          </p:cNvSpPr>
          <p:nvPr>
            <p:ph idx="4" sz="quarter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pPr algn="r"/>
            <a:r>
              <a:rPr dirty="0" lang="en-US" smtClean="0" sz="1200">
                <a:latin charset="0" pitchFamily="34" typeface="Verdana"/>
              </a:rPr>
              <a:t>*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l" defTabSz="914400" fontAlgn="base" indent="0" marL="0" rtl="0">
        <a:lnSpc>
          <a:spcPct val="100000"/>
        </a:lnSpc>
        <a:spcBef>
          <a:spcPct val="0"/>
        </a:spcBef>
        <a:spcAft>
          <a:spcPct val="0"/>
        </a:spcAft>
        <a:buNone/>
        <a:defRPr b="0" baseline="0" dirty="0" i="0" lang="en-US" smtClean="0" sz="3800" u="none">
          <a:solidFill>
            <a:schemeClr val="tx2"/>
          </a:solidFill>
          <a:latin charset="0" pitchFamily="34" typeface="Verdana"/>
        </a:defRPr>
      </a:lvl1pPr>
    </p:titleStyle>
    <p:bodyStyle>
      <a:lvl1pPr algn="l" defTabSz="914400" fontAlgn="base" indent="-469900" marL="469900" rtl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charset="2" pitchFamily="2" typeface="Wingdings"/>
        <a:buChar char="o"/>
        <a:defRPr b="0" baseline="0" dirty="0" i="0" lang="en-US" smtClean="0" sz="3000" u="none">
          <a:solidFill>
            <a:schemeClr val="tx1"/>
          </a:solidFill>
          <a:latin charset="0" pitchFamily="34" typeface="Verdana"/>
        </a:defRPr>
      </a:lvl1pPr>
      <a:lvl2pPr indent="-436562" marL="90805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charset="2" pitchFamily="2" typeface="Wingdings"/>
        <a:buChar char="n"/>
        <a:defRPr b="0" dirty="0" i="0" lang="en-US" smtClean="0" sz="2600" u="none">
          <a:solidFill>
            <a:schemeClr val="tx1"/>
          </a:solidFill>
          <a:latin charset="0" pitchFamily="34" typeface="Verdana"/>
        </a:defRPr>
      </a:lvl2pPr>
      <a:lvl3pPr indent="-395287" marL="1304925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charset="2" pitchFamily="2" typeface="Wingdings"/>
        <a:buChar char="o"/>
        <a:defRPr b="0" dirty="0" i="0" lang="en-US" smtClean="0" sz="2300" u="none">
          <a:solidFill>
            <a:schemeClr val="tx1"/>
          </a:solidFill>
          <a:latin charset="0" pitchFamily="34" typeface="Verdana"/>
        </a:defRPr>
      </a:lvl3pPr>
      <a:lvl4pPr indent="-387350" marL="1693862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charset="2" pitchFamily="2" typeface="Wingdings"/>
        <a:buChar char="n"/>
        <a:defRPr b="0" dirty="0" i="0" lang="en-US" smtClean="0" sz="2000" u="none">
          <a:solidFill>
            <a:schemeClr val="tx1"/>
          </a:solidFill>
          <a:latin charset="0" pitchFamily="34" typeface="Verdana"/>
        </a:defRPr>
      </a:lvl4pPr>
      <a:lvl5pPr indent="-398462" marL="2093912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charset="2" pitchFamily="2" typeface="Wingdings"/>
        <a:buChar char="§"/>
        <a:defRPr b="0" dirty="0" i="0" lang="en-US" smtClean="0" sz="2000" u="none">
          <a:solidFill>
            <a:schemeClr val="tx1"/>
          </a:solidFill>
          <a:latin charset="0" pitchFamily="34" typeface="Verdana"/>
        </a:defRPr>
      </a:lvl5pPr>
    </p:bodyStyle>
    <p:otherStyle>
      <a:lvl1pPr algn="l" defTabSz="914400" fontAlgn="base" indent="0" marL="0" rtl="0">
        <a:lnSpc>
          <a:spcPct val="100000"/>
        </a:lnSpc>
        <a:spcBef>
          <a:spcPct val="0"/>
        </a:spcBef>
        <a:spcAft>
          <a:spcPct val="0"/>
        </a:spcAft>
        <a:buNone/>
        <a:defRPr b="0" baseline="0" dirty="0" i="0" lang="en-US" smtClean="0" sz="1800" u="none">
          <a:solidFill>
            <a:schemeClr val="tx1"/>
          </a:solidFill>
          <a:latin charset="0" pitchFamily="34" typeface="Verdana"/>
        </a:defRPr>
      </a:lvl1pPr>
      <a:lvl2pPr indent="0" marL="4572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34" typeface="Verdana"/>
        </a:defRPr>
      </a:lvl2pPr>
      <a:lvl3pPr indent="0" marL="9144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34" typeface="Verdana"/>
        </a:defRPr>
      </a:lvl3pPr>
      <a:lvl4pPr indent="0" marL="13716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34" typeface="Verdana"/>
        </a:defRPr>
      </a:lvl4pPr>
      <a:lvl5pPr indent="0" marL="18288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34" typeface="Verdana"/>
        </a:defRPr>
      </a:lvl5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>
          <a:fgClr>
            <a:schemeClr val="bg2">
              <a:alpha val="99998"/>
            </a:schemeClr>
          </a:fgClr>
          <a:bgClr>
            <a:schemeClr val="bg1">
              <a:alpha val="99998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2"/>
          <p:cNvSpPr>
            <a:spLocks/>
          </p:cNvSpPr>
          <p:nvPr/>
        </p:nvSpPr>
        <p:spPr>
          <a:xfrm>
            <a:off x="685800" y="2393950"/>
            <a:ext cx="7772400" cy="109537"/>
          </a:xfrm>
          <a:custGeom>
            <a:avLst/>
            <a:gdLst/>
            <a:ahLst/>
            <a:cxnLst/>
            <a:rect b="b" l="0" r="r" t="0"/>
            <a:pathLst>
              <a:path h="1000" stroke="0" w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99998"/>
            </a:schemeClr>
          </a:solidFill>
          <a:ln w="9525">
            <a:solidFill>
              <a:schemeClr val="accent2">
                <a:alpha val="100000"/>
              </a:schemeClr>
            </a:solidFill>
            <a:round/>
            <a:headEnd/>
            <a:tailEnd/>
          </a:ln>
        </p:spPr>
      </p:sp>
      <p:sp>
        <p:nvSpPr>
          <p:cNvPr id="13" name="Text Box 13"/>
          <p:cNvSpPr>
            <a:spLocks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ln>
            <a:noFill/>
          </a:ln>
        </p:spPr>
        <p:txBody>
          <a:bodyPr anchor="b" numCol="1"/>
          <a:lstStyle/>
          <a:p>
            <a:endParaRPr/>
          </a:p>
        </p:txBody>
      </p:sp>
      <p:sp>
        <p:nvSpPr>
          <p:cNvPr id="14" name="Text Box 14"/>
          <p:cNvSpPr>
            <a:spLocks/>
          </p:cNvSpPr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15" name="Text Box 15"/>
          <p:cNvSpPr>
            <a:spLocks/>
          </p:cNvSpPr>
          <p:nvPr>
            <p:ph idx="2" sz="half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</p:txBody>
      </p:sp>
      <p:sp>
        <p:nvSpPr>
          <p:cNvPr id="16" name="Text Box 16"/>
          <p:cNvSpPr>
            <a:spLocks/>
          </p:cNvSpPr>
          <p:nvPr>
            <p:ph idx="3" sz="quarter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pPr algn="ctr"/>
            <a:r>
              <a:rPr dirty="0" lang="en-US" smtClean="0" sz="1200">
                <a:latin charset="0" pitchFamily="34" typeface="Verdana"/>
              </a:rPr>
              <a:t>UCS 804- Software Project Management</a:t>
            </a:r>
          </a:p>
        </p:txBody>
      </p:sp>
      <p:sp>
        <p:nvSpPr>
          <p:cNvPr id="17" name="Text Box 17"/>
          <p:cNvSpPr>
            <a:spLocks/>
          </p:cNvSpPr>
          <p:nvPr>
            <p:ph idx="4" sz="quarter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pPr algn="r"/>
            <a:r>
              <a:rPr dirty="0" lang="en-US" smtClean="0" sz="1200">
                <a:latin charset="0" pitchFamily="34" typeface="Verdana"/>
              </a:rPr>
              <a:t>*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txStyles>
    <p:titleStyle>
      <a:lvl1pPr algn="l" defTabSz="914400" fontAlgn="base" indent="0" marL="0" rtl="0">
        <a:lnSpc>
          <a:spcPct val="100000"/>
        </a:lnSpc>
        <a:spcBef>
          <a:spcPct val="0"/>
        </a:spcBef>
        <a:spcAft>
          <a:spcPct val="0"/>
        </a:spcAft>
        <a:buNone/>
        <a:defRPr b="0" baseline="0" dirty="0" i="0" lang="en-US" smtClean="0" sz="3800" u="none">
          <a:solidFill>
            <a:schemeClr val="tx2"/>
          </a:solidFill>
          <a:latin charset="0" pitchFamily="34" typeface="Verdana"/>
        </a:defRPr>
      </a:lvl1pPr>
    </p:titleStyle>
    <p:bodyStyle>
      <a:lvl1pPr algn="l" defTabSz="914400" fontAlgn="base" indent="-469900" marL="469900" rtl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charset="2" pitchFamily="2" typeface="Wingdings"/>
        <a:buChar char="o"/>
        <a:defRPr b="0" baseline="0" dirty="0" i="0" lang="en-US" smtClean="0" sz="3000" u="none">
          <a:solidFill>
            <a:schemeClr val="tx1"/>
          </a:solidFill>
          <a:latin charset="0" pitchFamily="34" typeface="Verdana"/>
        </a:defRPr>
      </a:lvl1pPr>
      <a:lvl2pPr indent="-436562" marL="90805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charset="2" pitchFamily="2" typeface="Wingdings"/>
        <a:buChar char="n"/>
        <a:defRPr b="0" dirty="0" i="0" lang="en-US" smtClean="0" sz="2600" u="none">
          <a:solidFill>
            <a:schemeClr val="tx1"/>
          </a:solidFill>
          <a:latin charset="0" pitchFamily="34" typeface="Verdana"/>
        </a:defRPr>
      </a:lvl2pPr>
      <a:lvl3pPr indent="-395287" marL="1304925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charset="2" pitchFamily="2" typeface="Wingdings"/>
        <a:buChar char="o"/>
        <a:defRPr b="0" dirty="0" i="0" lang="en-US" smtClean="0" sz="2300" u="none">
          <a:solidFill>
            <a:schemeClr val="tx1"/>
          </a:solidFill>
          <a:latin charset="0" pitchFamily="34" typeface="Verdana"/>
        </a:defRPr>
      </a:lvl3pPr>
      <a:lvl4pPr indent="-387350" marL="1693862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charset="2" pitchFamily="2" typeface="Wingdings"/>
        <a:buChar char="n"/>
        <a:defRPr b="0" dirty="0" i="0" lang="en-US" smtClean="0" sz="2000" u="none">
          <a:solidFill>
            <a:schemeClr val="tx1"/>
          </a:solidFill>
          <a:latin charset="0" pitchFamily="34" typeface="Verdana"/>
        </a:defRPr>
      </a:lvl4pPr>
      <a:lvl5pPr indent="-398462" marL="2093912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charset="2" pitchFamily="2" typeface="Wingdings"/>
        <a:buChar char="§"/>
        <a:defRPr b="0" dirty="0" i="0" lang="en-US" smtClean="0" sz="2000" u="none">
          <a:solidFill>
            <a:schemeClr val="tx1"/>
          </a:solidFill>
          <a:latin charset="0" pitchFamily="34" typeface="Verdana"/>
        </a:defRPr>
      </a:lvl5pPr>
    </p:bodyStyle>
    <p:otherStyle>
      <a:lvl1pPr algn="l" defTabSz="914400" fontAlgn="base" indent="0" marL="0" rtl="0">
        <a:lnSpc>
          <a:spcPct val="100000"/>
        </a:lnSpc>
        <a:spcBef>
          <a:spcPct val="0"/>
        </a:spcBef>
        <a:spcAft>
          <a:spcPct val="0"/>
        </a:spcAft>
        <a:buNone/>
        <a:defRPr b="0" baseline="0" dirty="0" i="0" lang="en-US" smtClean="0" sz="1800" u="none">
          <a:solidFill>
            <a:schemeClr val="tx1"/>
          </a:solidFill>
          <a:latin charset="0" pitchFamily="34" typeface="Verdana"/>
        </a:defRPr>
      </a:lvl1pPr>
      <a:lvl2pPr indent="0" marL="4572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34" typeface="Verdana"/>
        </a:defRPr>
      </a:lvl2pPr>
      <a:lvl3pPr indent="0" marL="9144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34" typeface="Verdana"/>
        </a:defRPr>
      </a:lvl3pPr>
      <a:lvl4pPr indent="0" marL="13716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34" typeface="Verdana"/>
        </a:defRPr>
      </a:lvl4pPr>
      <a:lvl5pPr indent="0" marL="18288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pitchFamily="34" typeface="Verdana"/>
        </a:defRPr>
      </a:lvl5pPr>
    </p:otherStyle>
  </p:txStyles>
</p:sldMaster>
</file>

<file path=ppt/slides/_rels/slide1.xml.rels><?xml version="1.0" encoding="UTF-8" standalone="yes"?><Relationships xmlns="http://schemas.openxmlformats.org/package/2006/relationships"><Relationship Id="rId1" Target="../slideLayouts/slideLayout29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2" Target="../media/image2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<Relationships xmlns="http://schemas.openxmlformats.org/package/2006/relationships"><Relationship Id="rId2" Target="../media/image4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 24"/>
          <p:cNvSpPr>
            <a:spLocks/>
          </p:cNvSpPr>
          <p:nvPr>
            <p:ph type="ctrTitle"/>
          </p:nvPr>
        </p:nvSpPr>
        <p:spPr>
          <a:xfrm>
            <a:off x="685800" y="1135062"/>
            <a:ext cx="7772400" cy="1066800"/>
          </a:xfrm>
          <a:prstGeom prst="rect">
            <a:avLst/>
          </a:prstGeom>
        </p:spPr>
        <p:txBody>
          <a:bodyPr anchor="b" bIns="45720" lIns="91440" numCol="1" rIns="91440" tIns="45720" wrap="square"/>
          <a:lstStyle>
            <a:lvl1pPr>
              <a:defRPr dirty="0" lang="en-US" smtClean="0"/>
            </a:lvl1pPr>
          </a:lstStyle>
          <a:p>
            <a:pPr/>
            <a:r>
              <a:rPr dirty="0" lang="en-US" smtClean="0" sz="3200"/>
              <a:t>Project Time Management: Critical Path Analysis</a:t>
            </a:r>
          </a:p>
        </p:txBody>
      </p:sp>
      <p:sp>
        <p:nvSpPr>
          <p:cNvPr id="25" name="Text Box 25"/>
          <p:cNvSpPr>
            <a:spLocks/>
          </p:cNvSpPr>
          <p:nvPr/>
        </p:nvSpPr>
        <p:spPr>
          <a:xfrm>
            <a:off x="1828800" y="4191000"/>
            <a:ext cx="6858000" cy="1349375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endParaRPr/>
          </a:p>
        </p:txBody>
      </p:sp>
      <p:sp>
        <p:nvSpPr>
          <p:cNvPr id="26" name="Text Box 26"/>
          <p:cNvSpPr txBox="1">
            <a:spLocks/>
          </p:cNvSpPr>
          <p:nvPr/>
        </p:nvSpPr>
        <p:spPr>
          <a:xfrm>
            <a:off x="2209800" y="3962400"/>
            <a:ext cx="3924300" cy="830262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0"/>
              </a:spcBef>
              <a:buNone/>
            </a:pPr>
            <a:endParaRPr dirty="0" lang="en-US" smtClean="0" sz="2400">
              <a:latin charset="0" pitchFamily="18"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27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28" name="Text Box 28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29" name="Text Box 29"/>
          <p:cNvSpPr>
            <a:spLocks/>
          </p:cNvSpPr>
          <p:nvPr>
            <p:ph type="title"/>
          </p:nvPr>
        </p:nvSpPr>
        <p:spPr>
          <a:xfrm>
            <a:off x="457200" y="228600"/>
            <a:ext cx="8305800" cy="9144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/>
              <a:t>Project Time Management Processes</a:t>
            </a:r>
          </a:p>
        </p:txBody>
      </p:sp>
      <p:sp>
        <p:nvSpPr>
          <p:cNvPr id="30" name="Text Box 30"/>
          <p:cNvSpPr>
            <a:spLocks/>
          </p:cNvSpPr>
          <p:nvPr>
            <p:ph type="body"/>
          </p:nvPr>
        </p:nvSpPr>
        <p:spPr>
          <a:xfrm>
            <a:off x="381000" y="1295400"/>
            <a:ext cx="8345487" cy="4572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Activity definition</a:t>
            </a:r>
            <a:r>
              <a:rPr dirty="0" lang="en-US" smtClean="0" sz="2400"/>
              <a:t>:</a:t>
            </a:r>
            <a:r>
              <a:rPr b="1" dirty="0" lang="en-US" smtClean="0" sz="2400"/>
              <a:t> </a:t>
            </a:r>
            <a:r>
              <a:rPr dirty="0" lang="en-US" smtClean="0" sz="2400"/>
              <a:t>Identifying the specific activities that the project team members and stakeholders must perform to produce the project deliverables.</a:t>
            </a:r>
          </a:p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Activity sequencing</a:t>
            </a:r>
            <a:r>
              <a:rPr dirty="0" lang="en-US" smtClean="0" sz="2400"/>
              <a:t>: Identifying and documenting the relationships between project activities.</a:t>
            </a:r>
          </a:p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Activity resource estimating</a:t>
            </a:r>
            <a:r>
              <a:rPr dirty="0" lang="en-US" smtClean="0" sz="2400"/>
              <a:t>:</a:t>
            </a:r>
            <a:r>
              <a:rPr b="1" dirty="0" lang="en-US" smtClean="0" sz="2400"/>
              <a:t> </a:t>
            </a:r>
            <a:r>
              <a:rPr dirty="0" lang="en-US" smtClean="0" sz="2400"/>
              <a:t>Estimating how many resources</a:t>
            </a:r>
            <a:r>
              <a:rPr b="1" dirty="0" lang="en-US" smtClean="0" sz="2400"/>
              <a:t> </a:t>
            </a:r>
            <a:r>
              <a:rPr dirty="0" lang="en-US" smtClean="0" sz="2400"/>
              <a:t>a project team should use to perform project activities.</a:t>
            </a:r>
          </a:p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Activity duration estimating</a:t>
            </a:r>
            <a:r>
              <a:rPr dirty="0" lang="en-US" smtClean="0" sz="2400"/>
              <a:t>:</a:t>
            </a:r>
            <a:r>
              <a:rPr b="1" dirty="0" lang="en-US" smtClean="0" sz="2400"/>
              <a:t> </a:t>
            </a:r>
            <a:r>
              <a:rPr dirty="0" lang="en-US" smtClean="0" sz="2400"/>
              <a:t>Estimating the number of work periods that are needed to complete individual activities.</a:t>
            </a:r>
          </a:p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Schedule development</a:t>
            </a:r>
            <a:r>
              <a:rPr dirty="0" lang="en-US" smtClean="0" sz="2400"/>
              <a:t>:</a:t>
            </a:r>
            <a:r>
              <a:rPr b="1" dirty="0" lang="en-US" smtClean="0" sz="2400"/>
              <a:t> </a:t>
            </a:r>
            <a:r>
              <a:rPr dirty="0" lang="en-US" smtClean="0" sz="2400"/>
              <a:t>Analyzing activity sequences, activity resource estimates, and activity duration estimates to create the project schedule.</a:t>
            </a:r>
          </a:p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Schedule control</a:t>
            </a:r>
            <a:r>
              <a:rPr dirty="0" lang="en-US" smtClean="0" sz="2400"/>
              <a:t>: Controlling and managing changes to the project schedule.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31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32" name="Text Box 32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33" name="Text Box 33"/>
          <p:cNvSpPr>
            <a:spLocks/>
          </p:cNvSpPr>
          <p:nvPr>
            <p:ph type="title"/>
          </p:nvPr>
        </p:nvSpPr>
        <p:spPr>
          <a:xfrm>
            <a:off x="457200" y="228600"/>
            <a:ext cx="8305800" cy="9144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/>
              <a:t>Activity Definition</a:t>
            </a:r>
          </a:p>
        </p:txBody>
      </p:sp>
      <p:sp>
        <p:nvSpPr>
          <p:cNvPr id="34" name="Text Box 34"/>
          <p:cNvSpPr>
            <a:spLocks/>
          </p:cNvSpPr>
          <p:nvPr>
            <p:ph type="body"/>
          </p:nvPr>
        </p:nvSpPr>
        <p:spPr>
          <a:xfrm>
            <a:off x="457200" y="1219200"/>
            <a:ext cx="8262937" cy="4943475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 sz="2600"/>
              <a:t>An </a:t>
            </a:r>
            <a:r>
              <a:rPr b="1" dirty="0" lang="en-US" smtClean="0" sz="2600"/>
              <a:t>activity</a:t>
            </a:r>
            <a:r>
              <a:rPr dirty="0" lang="en-US" smtClean="0" sz="2600"/>
              <a:t> or </a:t>
            </a:r>
            <a:r>
              <a:rPr b="1" dirty="0" lang="en-US" smtClean="0" sz="2600"/>
              <a:t>task</a:t>
            </a:r>
            <a:r>
              <a:rPr dirty="0" lang="en-US" smtClean="0" sz="2600"/>
              <a:t> is an element of work normally found on the WBS that has an expected duration, a cost, and resource requirements.</a:t>
            </a:r>
          </a:p>
          <a:p>
            <a:pPr indent="-342900" marL="342900"/>
            <a:r>
              <a:rPr dirty="0" lang="en-US" smtClean="0" sz="2600"/>
              <a:t>Project schedules grow out of the basic documents that initiate a project.</a:t>
            </a:r>
          </a:p>
          <a:p>
            <a:pPr indent="-285750" lvl="1" marL="742950"/>
            <a:r>
              <a:rPr dirty="0" lang="en-US" smtClean="0" sz="2300"/>
              <a:t>The project charter includes start and end dates and budget information.</a:t>
            </a:r>
          </a:p>
          <a:p>
            <a:pPr indent="-285750" lvl="1" marL="742950"/>
            <a:r>
              <a:rPr dirty="0" lang="en-US" smtClean="0" sz="2300"/>
              <a:t>The scope statement and WBS help define what will be done.</a:t>
            </a:r>
          </a:p>
          <a:p>
            <a:pPr indent="-342900" marL="342900"/>
            <a:r>
              <a:rPr dirty="0" lang="en-US" smtClean="0" sz="2600"/>
              <a:t>Activity definition involves developing a more detailed WBS and supporting explanations to understand all the work to be done, so you can develop realistic cost and duration estimates.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35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36" name="Text Box 36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37" name="Text Box 37"/>
          <p:cNvSpPr>
            <a:spLocks/>
          </p:cNvSpPr>
          <p:nvPr>
            <p:ph type="title"/>
          </p:nvPr>
        </p:nvSpPr>
        <p:spPr>
          <a:xfrm>
            <a:off x="457200" y="228600"/>
            <a:ext cx="8305800" cy="9144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/>
              <a:t>Activity Lists and Attributes</a:t>
            </a:r>
          </a:p>
        </p:txBody>
      </p:sp>
      <p:sp>
        <p:nvSpPr>
          <p:cNvPr id="38" name="Text Box 38"/>
          <p:cNvSpPr>
            <a:spLocks/>
          </p:cNvSpPr>
          <p:nvPr>
            <p:ph type="body"/>
          </p:nvPr>
        </p:nvSpPr>
        <p:spPr>
          <a:xfrm>
            <a:off x="381000" y="1524000"/>
            <a:ext cx="8458200" cy="4572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spcBef>
                <a:spcPct val="40000"/>
              </a:spcBef>
            </a:pPr>
            <a:r>
              <a:rPr dirty="0" lang="en-US" smtClean="0" sz="2600"/>
              <a:t>An </a:t>
            </a:r>
            <a:r>
              <a:rPr b="1" dirty="0" lang="en-US" smtClean="0" sz="2600"/>
              <a:t>activity list</a:t>
            </a:r>
            <a:r>
              <a:rPr dirty="0" lang="en-US" smtClean="0" sz="2600"/>
              <a:t> is a tabulation of activities to be included on a project schedule. The list should include:</a:t>
            </a:r>
          </a:p>
          <a:p>
            <a:pPr indent="-285750" lvl="1" marL="742950">
              <a:spcBef>
                <a:spcPct val="40000"/>
              </a:spcBef>
            </a:pPr>
            <a:r>
              <a:rPr dirty="0" lang="en-US" smtClean="0" sz="2400"/>
              <a:t>The activity name</a:t>
            </a:r>
          </a:p>
          <a:p>
            <a:pPr indent="-285750" lvl="1" marL="742950">
              <a:spcBef>
                <a:spcPct val="40000"/>
              </a:spcBef>
            </a:pPr>
            <a:r>
              <a:rPr dirty="0" lang="en-US" smtClean="0" sz="2400"/>
              <a:t>An activity identifier or number</a:t>
            </a:r>
          </a:p>
          <a:p>
            <a:pPr indent="-285750" lvl="1" marL="742950">
              <a:spcBef>
                <a:spcPct val="40000"/>
              </a:spcBef>
            </a:pPr>
            <a:r>
              <a:rPr dirty="0" lang="en-US" smtClean="0" sz="2400"/>
              <a:t>A brief description of the activity</a:t>
            </a:r>
          </a:p>
          <a:p>
            <a:pPr indent="-342900" marL="342900">
              <a:spcBef>
                <a:spcPct val="40000"/>
              </a:spcBef>
            </a:pPr>
            <a:r>
              <a:rPr b="1" dirty="0" lang="en-US" smtClean="0" sz="2600"/>
              <a:t>Activity attributes</a:t>
            </a:r>
            <a:r>
              <a:rPr dirty="0" lang="en-US" smtClean="0" sz="2600"/>
              <a:t> provide more information about each activity, such as predecessors, successors, logical relationships, leads and lags, resource requirements, constraints, imposed dates, and assumptions related to the activity.</a:t>
            </a:r>
          </a:p>
          <a:p>
            <a:pPr indent="-342900" marL="342900">
              <a:spcBef>
                <a:spcPct val="40000"/>
              </a:spcBef>
            </a:pPr>
            <a:endParaRPr dirty="0" lang="en-US" smtClean="0"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9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40" name="Text Box 40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41" name="Text Box 41"/>
          <p:cNvSpPr>
            <a:spLocks/>
          </p:cNvSpPr>
          <p:nvPr>
            <p:ph type="title"/>
          </p:nvPr>
        </p:nvSpPr>
        <p:spPr>
          <a:xfrm>
            <a:off x="457200" y="228600"/>
            <a:ext cx="8305800" cy="9144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/>
              <a:t>Milestones</a:t>
            </a:r>
          </a:p>
        </p:txBody>
      </p:sp>
      <p:sp>
        <p:nvSpPr>
          <p:cNvPr id="42" name="Text Box 42"/>
          <p:cNvSpPr>
            <a:spLocks/>
          </p:cNvSpPr>
          <p:nvPr>
            <p:ph type="body"/>
          </p:nvPr>
        </p:nvSpPr>
        <p:spPr>
          <a:xfrm>
            <a:off x="381000" y="1371600"/>
            <a:ext cx="8458200" cy="47244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spcBef>
                <a:spcPct val="100000"/>
              </a:spcBef>
            </a:pPr>
            <a:r>
              <a:rPr dirty="0" lang="en-US" smtClean="0"/>
              <a:t>A </a:t>
            </a:r>
            <a:r>
              <a:rPr b="1" dirty="0" lang="en-US" smtClean="0"/>
              <a:t>milestone</a:t>
            </a:r>
            <a:r>
              <a:rPr dirty="0" lang="en-US" smtClean="0"/>
              <a:t> is a significant event that normally has no duration.</a:t>
            </a:r>
          </a:p>
          <a:p>
            <a:pPr indent="-342900" marL="342900">
              <a:spcBef>
                <a:spcPct val="100000"/>
              </a:spcBef>
            </a:pPr>
            <a:r>
              <a:rPr dirty="0" lang="en-US" smtClean="0"/>
              <a:t>It often takes several activities and a lot of work to complete a milestone.</a:t>
            </a:r>
          </a:p>
          <a:p>
            <a:pPr indent="-342900" marL="342900">
              <a:spcBef>
                <a:spcPct val="100000"/>
              </a:spcBef>
            </a:pPr>
            <a:r>
              <a:rPr dirty="0" lang="en-US" smtClean="0"/>
              <a:t>Milestones are useful tools for setting schedule goals and monitoring progress.</a:t>
            </a:r>
          </a:p>
          <a:p>
            <a:pPr indent="-342900" marL="342900">
              <a:spcBef>
                <a:spcPct val="100000"/>
              </a:spcBef>
            </a:pPr>
            <a:r>
              <a:rPr dirty="0" lang="en-US" smtClean="0"/>
              <a:t>Examples include completion and customer sign-off on key documents and completion of specific products.</a:t>
            </a:r>
          </a:p>
          <a:p>
            <a:pPr indent="-342900" marL="342900">
              <a:spcBef>
                <a:spcPct val="100000"/>
              </a:spcBef>
            </a:pPr>
            <a:endParaRPr dirty="0" lang="en-US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43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44" name="Text Box 44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45" name="Text Box 45"/>
          <p:cNvSpPr>
            <a:spLocks/>
          </p:cNvSpPr>
          <p:nvPr>
            <p:ph type="title"/>
          </p:nvPr>
        </p:nvSpPr>
        <p:spPr>
          <a:xfrm>
            <a:off x="304800" y="228600"/>
            <a:ext cx="8534400" cy="9144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/>
              <a:t>Activity Sequencing</a:t>
            </a:r>
          </a:p>
        </p:txBody>
      </p:sp>
      <p:sp>
        <p:nvSpPr>
          <p:cNvPr id="46" name="Text Box 46"/>
          <p:cNvSpPr>
            <a:spLocks/>
          </p:cNvSpPr>
          <p:nvPr>
            <p:ph type="body"/>
          </p:nvPr>
        </p:nvSpPr>
        <p:spPr>
          <a:xfrm>
            <a:off x="381000" y="1447800"/>
            <a:ext cx="8305800" cy="4638675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spcBef>
                <a:spcPct val="100000"/>
              </a:spcBef>
            </a:pPr>
            <a:r>
              <a:rPr dirty="0" lang="en-US" smtClean="0"/>
              <a:t>Involves reviewing activities and determining dependencies.</a:t>
            </a:r>
          </a:p>
          <a:p>
            <a:pPr indent="-342900" marL="342900">
              <a:spcBef>
                <a:spcPct val="100000"/>
              </a:spcBef>
            </a:pPr>
            <a:r>
              <a:rPr dirty="0" lang="en-US" smtClean="0"/>
              <a:t>A </a:t>
            </a:r>
            <a:r>
              <a:rPr b="1" dirty="0" lang="en-US" smtClean="0"/>
              <a:t>dependency</a:t>
            </a:r>
            <a:r>
              <a:rPr dirty="0" lang="en-US" smtClean="0"/>
              <a:t> or </a:t>
            </a:r>
            <a:r>
              <a:rPr b="1" dirty="0" lang="en-US" smtClean="0"/>
              <a:t>relationship</a:t>
            </a:r>
            <a:r>
              <a:rPr dirty="0" lang="en-US" smtClean="0"/>
              <a:t> relates to the sequencing of project activities or tasks.	</a:t>
            </a:r>
          </a:p>
          <a:p>
            <a:pPr indent="-342900" marL="342900">
              <a:spcBef>
                <a:spcPct val="100000"/>
              </a:spcBef>
            </a:pPr>
            <a:r>
              <a:rPr dirty="0" lang="en-US" smtClean="0"/>
              <a:t>You </a:t>
            </a:r>
            <a:r>
              <a:rPr dirty="0" i="1" lang="en-US" smtClean="0"/>
              <a:t>must</a:t>
            </a:r>
            <a:r>
              <a:rPr dirty="0" lang="en-US" smtClean="0"/>
              <a:t> determine dependencies in order to use critical path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Box 47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48" name="Text Box 48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49" name="Text Box 49"/>
          <p:cNvSpPr>
            <a:spLocks/>
          </p:cNvSpPr>
          <p:nvPr>
            <p:ph type="title"/>
          </p:nvPr>
        </p:nvSpPr>
        <p:spPr>
          <a:xfrm>
            <a:off x="457200" y="228600"/>
            <a:ext cx="8305800" cy="9144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/>
              <a:t>Critical Path Analysis</a:t>
            </a:r>
          </a:p>
        </p:txBody>
      </p:sp>
      <p:grpSp>
        <p:nvGrpSpPr>
          <p:cNvPr id="51" name="Group 51"/>
          <p:cNvGrpSpPr>
            <a:grpSpLocks noChangeAspect="0" noGrp="1" noMove="0" noSelect="0"/>
          </p:cNvGrpSpPr>
          <p:nvPr/>
        </p:nvGrpSpPr>
        <p:grpSpPr>
          <a:xfrm>
            <a:off x="381000" y="1524000"/>
            <a:ext cx="8458200" cy="4572000"/>
            <a:chOff x="240" y="960"/>
            <a:chExt cx="5328" cy="2880"/>
          </a:xfrm>
        </p:grpSpPr>
        <p:sp>
          <p:nvSpPr>
            <p:cNvPr id="52" name="Text Box 52"/>
            <p:cNvSpPr>
              <a:spLocks/>
            </p:cNvSpPr>
            <p:nvPr/>
          </p:nvSpPr>
          <p:spPr>
            <a:xfrm>
              <a:off x="240" y="960"/>
              <a:ext cx="470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53" name="Text Box 53"/>
            <p:cNvSpPr>
              <a:spLocks/>
            </p:cNvSpPr>
            <p:nvPr/>
          </p:nvSpPr>
          <p:spPr>
            <a:xfrm>
              <a:off x="710" y="960"/>
              <a:ext cx="2298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b="1" dirty="0" lang="en-US" smtClean="0"/>
                <a:t>Activity</a:t>
              </a:r>
            </a:p>
          </p:txBody>
        </p:sp>
        <p:sp>
          <p:nvSpPr>
            <p:cNvPr id="54" name="Text Box 54"/>
            <p:cNvSpPr>
              <a:spLocks/>
            </p:cNvSpPr>
            <p:nvPr/>
          </p:nvSpPr>
          <p:spPr>
            <a:xfrm>
              <a:off x="3008" y="960"/>
              <a:ext cx="1568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55" name="Text Box 55"/>
            <p:cNvSpPr>
              <a:spLocks/>
            </p:cNvSpPr>
            <p:nvPr/>
          </p:nvSpPr>
          <p:spPr>
            <a:xfrm>
              <a:off x="4576" y="960"/>
              <a:ext cx="992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b="1" dirty="0" lang="en-US" smtClean="0" sz="1800"/>
                <a:t>duration</a:t>
              </a:r>
            </a:p>
          </p:txBody>
        </p:sp>
        <p:sp>
          <p:nvSpPr>
            <p:cNvPr id="56" name="Text Box 56"/>
            <p:cNvSpPr>
              <a:spLocks/>
            </p:cNvSpPr>
            <p:nvPr/>
          </p:nvSpPr>
          <p:spPr>
            <a:xfrm>
              <a:off x="240" y="1371"/>
              <a:ext cx="470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57" name="Text Box 57"/>
            <p:cNvSpPr>
              <a:spLocks/>
            </p:cNvSpPr>
            <p:nvPr/>
          </p:nvSpPr>
          <p:spPr>
            <a:xfrm>
              <a:off x="710" y="1371"/>
              <a:ext cx="2298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Shower</a:t>
              </a:r>
            </a:p>
          </p:txBody>
        </p:sp>
        <p:sp>
          <p:nvSpPr>
            <p:cNvPr id="58" name="Text Box 58"/>
            <p:cNvSpPr>
              <a:spLocks/>
            </p:cNvSpPr>
            <p:nvPr/>
          </p:nvSpPr>
          <p:spPr>
            <a:xfrm>
              <a:off x="3008" y="1371"/>
              <a:ext cx="1568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59" name="Text Box 59"/>
            <p:cNvSpPr>
              <a:spLocks/>
            </p:cNvSpPr>
            <p:nvPr/>
          </p:nvSpPr>
          <p:spPr>
            <a:xfrm>
              <a:off x="4576" y="1371"/>
              <a:ext cx="992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3</a:t>
              </a:r>
            </a:p>
          </p:txBody>
        </p:sp>
        <p:sp>
          <p:nvSpPr>
            <p:cNvPr id="60" name="Text Box 60"/>
            <p:cNvSpPr>
              <a:spLocks/>
            </p:cNvSpPr>
            <p:nvPr/>
          </p:nvSpPr>
          <p:spPr>
            <a:xfrm>
              <a:off x="240" y="1783"/>
              <a:ext cx="470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61" name="Text Box 61"/>
            <p:cNvSpPr>
              <a:spLocks/>
            </p:cNvSpPr>
            <p:nvPr/>
          </p:nvSpPr>
          <p:spPr>
            <a:xfrm>
              <a:off x="710" y="1783"/>
              <a:ext cx="2298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Dry hair</a:t>
              </a:r>
            </a:p>
          </p:txBody>
        </p:sp>
        <p:sp>
          <p:nvSpPr>
            <p:cNvPr id="62" name="Text Box 62"/>
            <p:cNvSpPr>
              <a:spLocks/>
            </p:cNvSpPr>
            <p:nvPr/>
          </p:nvSpPr>
          <p:spPr>
            <a:xfrm>
              <a:off x="3008" y="1783"/>
              <a:ext cx="1568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63" name="Text Box 63"/>
            <p:cNvSpPr>
              <a:spLocks/>
            </p:cNvSpPr>
            <p:nvPr/>
          </p:nvSpPr>
          <p:spPr>
            <a:xfrm>
              <a:off x="4576" y="1783"/>
              <a:ext cx="992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8</a:t>
              </a:r>
            </a:p>
          </p:txBody>
        </p:sp>
        <p:sp>
          <p:nvSpPr>
            <p:cNvPr id="64" name="Text Box 64"/>
            <p:cNvSpPr>
              <a:spLocks/>
            </p:cNvSpPr>
            <p:nvPr/>
          </p:nvSpPr>
          <p:spPr>
            <a:xfrm>
              <a:off x="240" y="2194"/>
              <a:ext cx="470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65" name="Text Box 65"/>
            <p:cNvSpPr>
              <a:spLocks/>
            </p:cNvSpPr>
            <p:nvPr/>
          </p:nvSpPr>
          <p:spPr>
            <a:xfrm>
              <a:off x="710" y="2194"/>
              <a:ext cx="2298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Fetch car</a:t>
              </a:r>
            </a:p>
          </p:txBody>
        </p:sp>
        <p:sp>
          <p:nvSpPr>
            <p:cNvPr id="66" name="Text Box 66"/>
            <p:cNvSpPr>
              <a:spLocks/>
            </p:cNvSpPr>
            <p:nvPr/>
          </p:nvSpPr>
          <p:spPr>
            <a:xfrm>
              <a:off x="3008" y="2194"/>
              <a:ext cx="1568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67" name="Text Box 67"/>
            <p:cNvSpPr>
              <a:spLocks/>
            </p:cNvSpPr>
            <p:nvPr/>
          </p:nvSpPr>
          <p:spPr>
            <a:xfrm>
              <a:off x="4576" y="2194"/>
              <a:ext cx="992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7</a:t>
              </a:r>
            </a:p>
          </p:txBody>
        </p:sp>
        <p:sp>
          <p:nvSpPr>
            <p:cNvPr id="68" name="Text Box 68"/>
            <p:cNvSpPr>
              <a:spLocks/>
            </p:cNvSpPr>
            <p:nvPr/>
          </p:nvSpPr>
          <p:spPr>
            <a:xfrm>
              <a:off x="240" y="2606"/>
              <a:ext cx="470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69" name="Text Box 69"/>
            <p:cNvSpPr>
              <a:spLocks/>
            </p:cNvSpPr>
            <p:nvPr/>
          </p:nvSpPr>
          <p:spPr>
            <a:xfrm>
              <a:off x="710" y="2606"/>
              <a:ext cx="2298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Iron clothes</a:t>
              </a:r>
            </a:p>
          </p:txBody>
        </p:sp>
        <p:sp>
          <p:nvSpPr>
            <p:cNvPr id="70" name="Text Box 70"/>
            <p:cNvSpPr>
              <a:spLocks/>
            </p:cNvSpPr>
            <p:nvPr/>
          </p:nvSpPr>
          <p:spPr>
            <a:xfrm>
              <a:off x="3008" y="2606"/>
              <a:ext cx="1568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71" name="Text Box 71"/>
            <p:cNvSpPr>
              <a:spLocks/>
            </p:cNvSpPr>
            <p:nvPr/>
          </p:nvSpPr>
          <p:spPr>
            <a:xfrm>
              <a:off x="4576" y="2606"/>
              <a:ext cx="992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12</a:t>
              </a:r>
            </a:p>
          </p:txBody>
        </p:sp>
        <p:sp>
          <p:nvSpPr>
            <p:cNvPr id="72" name="Text Box 72"/>
            <p:cNvSpPr>
              <a:spLocks/>
            </p:cNvSpPr>
            <p:nvPr/>
          </p:nvSpPr>
          <p:spPr>
            <a:xfrm>
              <a:off x="240" y="3017"/>
              <a:ext cx="470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73" name="Text Box 73"/>
            <p:cNvSpPr>
              <a:spLocks/>
            </p:cNvSpPr>
            <p:nvPr/>
          </p:nvSpPr>
          <p:spPr>
            <a:xfrm>
              <a:off x="710" y="3017"/>
              <a:ext cx="2298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Dress and make-up</a:t>
              </a:r>
            </a:p>
          </p:txBody>
        </p:sp>
        <p:sp>
          <p:nvSpPr>
            <p:cNvPr id="74" name="Text Box 74"/>
            <p:cNvSpPr>
              <a:spLocks/>
            </p:cNvSpPr>
            <p:nvPr/>
          </p:nvSpPr>
          <p:spPr>
            <a:xfrm>
              <a:off x="3008" y="3017"/>
              <a:ext cx="1568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75" name="Text Box 75"/>
            <p:cNvSpPr>
              <a:spLocks/>
            </p:cNvSpPr>
            <p:nvPr/>
          </p:nvSpPr>
          <p:spPr>
            <a:xfrm>
              <a:off x="4576" y="3017"/>
              <a:ext cx="992" cy="412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10</a:t>
              </a:r>
            </a:p>
          </p:txBody>
        </p:sp>
        <p:sp>
          <p:nvSpPr>
            <p:cNvPr id="76" name="Text Box 76"/>
            <p:cNvSpPr>
              <a:spLocks/>
            </p:cNvSpPr>
            <p:nvPr/>
          </p:nvSpPr>
          <p:spPr>
            <a:xfrm>
              <a:off x="240" y="3429"/>
              <a:ext cx="470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77" name="Text Box 77"/>
            <p:cNvSpPr>
              <a:spLocks/>
            </p:cNvSpPr>
            <p:nvPr/>
          </p:nvSpPr>
          <p:spPr>
            <a:xfrm>
              <a:off x="710" y="3429"/>
              <a:ext cx="2298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Drive to interview</a:t>
              </a:r>
            </a:p>
          </p:txBody>
        </p:sp>
        <p:sp>
          <p:nvSpPr>
            <p:cNvPr id="78" name="Text Box 78"/>
            <p:cNvSpPr>
              <a:spLocks/>
            </p:cNvSpPr>
            <p:nvPr/>
          </p:nvSpPr>
          <p:spPr>
            <a:xfrm>
              <a:off x="3008" y="3429"/>
              <a:ext cx="1568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endParaRPr/>
            </a:p>
          </p:txBody>
        </p:sp>
        <p:sp>
          <p:nvSpPr>
            <p:cNvPr id="79" name="Text Box 79"/>
            <p:cNvSpPr>
              <a:spLocks/>
            </p:cNvSpPr>
            <p:nvPr/>
          </p:nvSpPr>
          <p:spPr>
            <a:xfrm>
              <a:off x="4576" y="3429"/>
              <a:ext cx="992" cy="411"/>
            </a:xfrm>
            <a:prstGeom prst="rect">
              <a:avLst/>
            </a:prstGeom>
            <a:noFill/>
            <a:ln>
              <a:noFill/>
            </a:ln>
          </p:spPr>
          <p:txBody>
            <a:bodyPr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20</a:t>
              </a:r>
            </a:p>
          </p:txBody>
        </p:sp>
        <p:sp>
          <p:nvSpPr>
            <p:cNvPr id="80" name="Text Box 80"/>
            <p:cNvSpPr>
              <a:spLocks/>
            </p:cNvSpPr>
            <p:nvPr/>
          </p:nvSpPr>
          <p:spPr>
            <a:xfrm>
              <a:off x="710" y="960"/>
              <a:ext cx="0" cy="28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81" name="Text Box 81"/>
            <p:cNvSpPr>
              <a:spLocks/>
            </p:cNvSpPr>
            <p:nvPr/>
          </p:nvSpPr>
          <p:spPr>
            <a:xfrm>
              <a:off x="3008" y="960"/>
              <a:ext cx="0" cy="28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82" name="Text Box 82"/>
            <p:cNvSpPr>
              <a:spLocks/>
            </p:cNvSpPr>
            <p:nvPr/>
          </p:nvSpPr>
          <p:spPr>
            <a:xfrm>
              <a:off x="4576" y="960"/>
              <a:ext cx="0" cy="28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83" name="Text Box 83"/>
            <p:cNvSpPr>
              <a:spLocks/>
            </p:cNvSpPr>
            <p:nvPr/>
          </p:nvSpPr>
          <p:spPr>
            <a:xfrm>
              <a:off x="240" y="1371"/>
              <a:ext cx="5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84" name="Text Box 84"/>
            <p:cNvSpPr>
              <a:spLocks/>
            </p:cNvSpPr>
            <p:nvPr/>
          </p:nvSpPr>
          <p:spPr>
            <a:xfrm>
              <a:off x="240" y="1783"/>
              <a:ext cx="5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85" name="Text Box 85"/>
            <p:cNvSpPr>
              <a:spLocks/>
            </p:cNvSpPr>
            <p:nvPr/>
          </p:nvSpPr>
          <p:spPr>
            <a:xfrm>
              <a:off x="240" y="2194"/>
              <a:ext cx="5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86" name="Text Box 86"/>
            <p:cNvSpPr>
              <a:spLocks/>
            </p:cNvSpPr>
            <p:nvPr/>
          </p:nvSpPr>
          <p:spPr>
            <a:xfrm>
              <a:off x="240" y="2606"/>
              <a:ext cx="5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87" name="Text Box 87"/>
            <p:cNvSpPr>
              <a:spLocks/>
            </p:cNvSpPr>
            <p:nvPr/>
          </p:nvSpPr>
          <p:spPr>
            <a:xfrm>
              <a:off x="240" y="3017"/>
              <a:ext cx="5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88" name="Text Box 88"/>
            <p:cNvSpPr>
              <a:spLocks/>
            </p:cNvSpPr>
            <p:nvPr/>
          </p:nvSpPr>
          <p:spPr>
            <a:xfrm>
              <a:off x="240" y="3429"/>
              <a:ext cx="5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89" name="Text Box 89"/>
            <p:cNvSpPr>
              <a:spLocks/>
            </p:cNvSpPr>
            <p:nvPr/>
          </p:nvSpPr>
          <p:spPr>
            <a:xfrm>
              <a:off x="240" y="960"/>
              <a:ext cx="0" cy="28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90" name="Text Box 90"/>
            <p:cNvSpPr>
              <a:spLocks/>
            </p:cNvSpPr>
            <p:nvPr/>
          </p:nvSpPr>
          <p:spPr>
            <a:xfrm>
              <a:off x="5568" y="960"/>
              <a:ext cx="0" cy="28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91" name="Text Box 91"/>
            <p:cNvSpPr>
              <a:spLocks/>
            </p:cNvSpPr>
            <p:nvPr/>
          </p:nvSpPr>
          <p:spPr>
            <a:xfrm>
              <a:off x="240" y="960"/>
              <a:ext cx="5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92" name="Text Box 92"/>
            <p:cNvSpPr>
              <a:spLocks/>
            </p:cNvSpPr>
            <p:nvPr/>
          </p:nvSpPr>
          <p:spPr>
            <a:xfrm>
              <a:off x="240" y="3840"/>
              <a:ext cx="5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Box 93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94" name="Text Box 94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95" name="Text Box 95"/>
          <p:cNvSpPr>
            <a:spLocks/>
          </p:cNvSpPr>
          <p:nvPr>
            <p:ph type="title"/>
          </p:nvPr>
        </p:nvSpPr>
        <p:spPr>
          <a:xfrm>
            <a:off x="457200" y="228600"/>
            <a:ext cx="4114800" cy="8382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l" indent="0" marL="0"/>
            <a:r>
              <a:rPr b="1" dirty="0" lang="en-US" smtClean="0" sz="3600"/>
              <a:t>Precedence table</a:t>
            </a:r>
          </a:p>
        </p:txBody>
      </p:sp>
      <p:grpSp>
        <p:nvGrpSpPr>
          <p:cNvPr id="97" name="Group 97"/>
          <p:cNvGrpSpPr>
            <a:grpSpLocks noChangeAspect="0" noGrp="1" noMove="0" noSelect="0"/>
          </p:cNvGrpSpPr>
          <p:nvPr/>
        </p:nvGrpSpPr>
        <p:grpSpPr>
          <a:xfrm>
            <a:off x="381000" y="1524000"/>
            <a:ext cx="8458200" cy="4694237"/>
            <a:chOff x="240" y="960"/>
            <a:chExt cx="5328" cy="2957"/>
          </a:xfrm>
        </p:grpSpPr>
        <p:sp>
          <p:nvSpPr>
            <p:cNvPr id="98" name="Text Box 98"/>
            <p:cNvSpPr>
              <a:spLocks/>
            </p:cNvSpPr>
            <p:nvPr/>
          </p:nvSpPr>
          <p:spPr>
            <a:xfrm>
              <a:off x="240" y="960"/>
              <a:ext cx="470" cy="488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endParaRPr/>
            </a:p>
          </p:txBody>
        </p:sp>
        <p:sp>
          <p:nvSpPr>
            <p:cNvPr id="99" name="Text Box 99"/>
            <p:cNvSpPr>
              <a:spLocks/>
            </p:cNvSpPr>
            <p:nvPr/>
          </p:nvSpPr>
          <p:spPr>
            <a:xfrm>
              <a:off x="710" y="960"/>
              <a:ext cx="2298" cy="488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b="1" dirty="0" lang="en-US" smtClean="0"/>
                <a:t>Activity</a:t>
              </a:r>
            </a:p>
          </p:txBody>
        </p:sp>
        <p:sp>
          <p:nvSpPr>
            <p:cNvPr id="100" name="Text Box 100"/>
            <p:cNvSpPr>
              <a:spLocks/>
            </p:cNvSpPr>
            <p:nvPr/>
          </p:nvSpPr>
          <p:spPr>
            <a:xfrm>
              <a:off x="3008" y="960"/>
              <a:ext cx="1568" cy="488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b="1" dirty="0" lang="en-US" smtClean="0" sz="1400"/>
                <a:t>Immediately preceding activities</a:t>
              </a:r>
            </a:p>
            <a:p>
              <a:pPr algn="ctr" indent="0" marL="0">
                <a:spcBef>
                  <a:spcPct val="20000"/>
                </a:spcBef>
                <a:buNone/>
              </a:pPr>
              <a:endParaRPr b="1" dirty="0" lang="en-US" smtClean="0" sz="1400"/>
            </a:p>
          </p:txBody>
        </p:sp>
        <p:sp>
          <p:nvSpPr>
            <p:cNvPr id="101" name="Text Box 101"/>
            <p:cNvSpPr>
              <a:spLocks/>
            </p:cNvSpPr>
            <p:nvPr/>
          </p:nvSpPr>
          <p:spPr>
            <a:xfrm>
              <a:off x="4576" y="960"/>
              <a:ext cx="992" cy="488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b="1" dirty="0" lang="en-US" smtClean="0" sz="1800"/>
                <a:t>duration</a:t>
              </a:r>
            </a:p>
          </p:txBody>
        </p:sp>
        <p:sp>
          <p:nvSpPr>
            <p:cNvPr id="102" name="Text Box 102"/>
            <p:cNvSpPr>
              <a:spLocks/>
            </p:cNvSpPr>
            <p:nvPr/>
          </p:nvSpPr>
          <p:spPr>
            <a:xfrm>
              <a:off x="240" y="1448"/>
              <a:ext cx="470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A</a:t>
              </a:r>
            </a:p>
          </p:txBody>
        </p:sp>
        <p:sp>
          <p:nvSpPr>
            <p:cNvPr id="103" name="Text Box 103"/>
            <p:cNvSpPr>
              <a:spLocks/>
            </p:cNvSpPr>
            <p:nvPr/>
          </p:nvSpPr>
          <p:spPr>
            <a:xfrm>
              <a:off x="710" y="1448"/>
              <a:ext cx="2298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Shower</a:t>
              </a:r>
            </a:p>
          </p:txBody>
        </p:sp>
        <p:sp>
          <p:nvSpPr>
            <p:cNvPr id="104" name="Text Box 104"/>
            <p:cNvSpPr>
              <a:spLocks/>
            </p:cNvSpPr>
            <p:nvPr/>
          </p:nvSpPr>
          <p:spPr>
            <a:xfrm>
              <a:off x="3008" y="1448"/>
              <a:ext cx="1568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-</a:t>
              </a:r>
            </a:p>
          </p:txBody>
        </p:sp>
        <p:sp>
          <p:nvSpPr>
            <p:cNvPr id="105" name="Text Box 105"/>
            <p:cNvSpPr>
              <a:spLocks/>
            </p:cNvSpPr>
            <p:nvPr/>
          </p:nvSpPr>
          <p:spPr>
            <a:xfrm>
              <a:off x="4576" y="1448"/>
              <a:ext cx="992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3</a:t>
              </a:r>
            </a:p>
          </p:txBody>
        </p:sp>
        <p:sp>
          <p:nvSpPr>
            <p:cNvPr id="106" name="Text Box 106"/>
            <p:cNvSpPr>
              <a:spLocks/>
            </p:cNvSpPr>
            <p:nvPr/>
          </p:nvSpPr>
          <p:spPr>
            <a:xfrm>
              <a:off x="240" y="1860"/>
              <a:ext cx="470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B</a:t>
              </a:r>
            </a:p>
          </p:txBody>
        </p:sp>
        <p:sp>
          <p:nvSpPr>
            <p:cNvPr id="107" name="Text Box 107"/>
            <p:cNvSpPr>
              <a:spLocks/>
            </p:cNvSpPr>
            <p:nvPr/>
          </p:nvSpPr>
          <p:spPr>
            <a:xfrm>
              <a:off x="710" y="1860"/>
              <a:ext cx="2298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Dry hair</a:t>
              </a:r>
            </a:p>
          </p:txBody>
        </p:sp>
        <p:sp>
          <p:nvSpPr>
            <p:cNvPr id="108" name="Text Box 108"/>
            <p:cNvSpPr>
              <a:spLocks/>
            </p:cNvSpPr>
            <p:nvPr/>
          </p:nvSpPr>
          <p:spPr>
            <a:xfrm>
              <a:off x="3008" y="1860"/>
              <a:ext cx="1568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A</a:t>
              </a:r>
            </a:p>
          </p:txBody>
        </p:sp>
        <p:sp>
          <p:nvSpPr>
            <p:cNvPr id="109" name="Text Box 109"/>
            <p:cNvSpPr>
              <a:spLocks/>
            </p:cNvSpPr>
            <p:nvPr/>
          </p:nvSpPr>
          <p:spPr>
            <a:xfrm>
              <a:off x="4576" y="1860"/>
              <a:ext cx="992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8</a:t>
              </a:r>
            </a:p>
          </p:txBody>
        </p:sp>
        <p:sp>
          <p:nvSpPr>
            <p:cNvPr id="110" name="Text Box 110"/>
            <p:cNvSpPr>
              <a:spLocks/>
            </p:cNvSpPr>
            <p:nvPr/>
          </p:nvSpPr>
          <p:spPr>
            <a:xfrm>
              <a:off x="240" y="2271"/>
              <a:ext cx="470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C</a:t>
              </a:r>
            </a:p>
          </p:txBody>
        </p:sp>
        <p:sp>
          <p:nvSpPr>
            <p:cNvPr id="111" name="Text Box 111"/>
            <p:cNvSpPr>
              <a:spLocks/>
            </p:cNvSpPr>
            <p:nvPr/>
          </p:nvSpPr>
          <p:spPr>
            <a:xfrm>
              <a:off x="710" y="2271"/>
              <a:ext cx="2298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Fetch car</a:t>
              </a:r>
            </a:p>
          </p:txBody>
        </p:sp>
        <p:sp>
          <p:nvSpPr>
            <p:cNvPr id="112" name="Text Box 112"/>
            <p:cNvSpPr>
              <a:spLocks/>
            </p:cNvSpPr>
            <p:nvPr/>
          </p:nvSpPr>
          <p:spPr>
            <a:xfrm>
              <a:off x="3008" y="2271"/>
              <a:ext cx="1568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-</a:t>
              </a:r>
            </a:p>
          </p:txBody>
        </p:sp>
        <p:sp>
          <p:nvSpPr>
            <p:cNvPr id="113" name="Text Box 113"/>
            <p:cNvSpPr>
              <a:spLocks/>
            </p:cNvSpPr>
            <p:nvPr/>
          </p:nvSpPr>
          <p:spPr>
            <a:xfrm>
              <a:off x="4576" y="2271"/>
              <a:ext cx="992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7</a:t>
              </a:r>
            </a:p>
          </p:txBody>
        </p:sp>
        <p:sp>
          <p:nvSpPr>
            <p:cNvPr id="114" name="Text Box 114"/>
            <p:cNvSpPr>
              <a:spLocks/>
            </p:cNvSpPr>
            <p:nvPr/>
          </p:nvSpPr>
          <p:spPr>
            <a:xfrm>
              <a:off x="240" y="2683"/>
              <a:ext cx="470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D</a:t>
              </a:r>
            </a:p>
          </p:txBody>
        </p:sp>
        <p:sp>
          <p:nvSpPr>
            <p:cNvPr id="115" name="Text Box 115"/>
            <p:cNvSpPr>
              <a:spLocks/>
            </p:cNvSpPr>
            <p:nvPr/>
          </p:nvSpPr>
          <p:spPr>
            <a:xfrm>
              <a:off x="710" y="2683"/>
              <a:ext cx="2298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Iron clothes</a:t>
              </a:r>
            </a:p>
          </p:txBody>
        </p:sp>
        <p:sp>
          <p:nvSpPr>
            <p:cNvPr id="116" name="Text Box 116"/>
            <p:cNvSpPr>
              <a:spLocks/>
            </p:cNvSpPr>
            <p:nvPr/>
          </p:nvSpPr>
          <p:spPr>
            <a:xfrm>
              <a:off x="3008" y="2683"/>
              <a:ext cx="1568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-</a:t>
              </a:r>
            </a:p>
          </p:txBody>
        </p:sp>
        <p:sp>
          <p:nvSpPr>
            <p:cNvPr id="117" name="Text Box 117"/>
            <p:cNvSpPr>
              <a:spLocks/>
            </p:cNvSpPr>
            <p:nvPr/>
          </p:nvSpPr>
          <p:spPr>
            <a:xfrm>
              <a:off x="4576" y="2683"/>
              <a:ext cx="992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12</a:t>
              </a:r>
            </a:p>
          </p:txBody>
        </p:sp>
        <p:sp>
          <p:nvSpPr>
            <p:cNvPr id="118" name="Text Box 118"/>
            <p:cNvSpPr>
              <a:spLocks/>
            </p:cNvSpPr>
            <p:nvPr/>
          </p:nvSpPr>
          <p:spPr>
            <a:xfrm>
              <a:off x="240" y="3094"/>
              <a:ext cx="470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E</a:t>
              </a:r>
            </a:p>
          </p:txBody>
        </p:sp>
        <p:sp>
          <p:nvSpPr>
            <p:cNvPr id="119" name="Text Box 119"/>
            <p:cNvSpPr>
              <a:spLocks/>
            </p:cNvSpPr>
            <p:nvPr/>
          </p:nvSpPr>
          <p:spPr>
            <a:xfrm>
              <a:off x="710" y="3094"/>
              <a:ext cx="2298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Dress and make-up</a:t>
              </a:r>
            </a:p>
          </p:txBody>
        </p:sp>
        <p:sp>
          <p:nvSpPr>
            <p:cNvPr id="120" name="Text Box 120"/>
            <p:cNvSpPr>
              <a:spLocks/>
            </p:cNvSpPr>
            <p:nvPr/>
          </p:nvSpPr>
          <p:spPr>
            <a:xfrm>
              <a:off x="3008" y="3094"/>
              <a:ext cx="1568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B,D</a:t>
              </a:r>
            </a:p>
          </p:txBody>
        </p:sp>
        <p:sp>
          <p:nvSpPr>
            <p:cNvPr id="121" name="Text Box 121"/>
            <p:cNvSpPr>
              <a:spLocks/>
            </p:cNvSpPr>
            <p:nvPr/>
          </p:nvSpPr>
          <p:spPr>
            <a:xfrm>
              <a:off x="4576" y="3094"/>
              <a:ext cx="992" cy="412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10</a:t>
              </a:r>
            </a:p>
          </p:txBody>
        </p:sp>
        <p:sp>
          <p:nvSpPr>
            <p:cNvPr id="122" name="Text Box 122"/>
            <p:cNvSpPr>
              <a:spLocks/>
            </p:cNvSpPr>
            <p:nvPr/>
          </p:nvSpPr>
          <p:spPr>
            <a:xfrm>
              <a:off x="240" y="3506"/>
              <a:ext cx="470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F</a:t>
              </a:r>
            </a:p>
          </p:txBody>
        </p:sp>
        <p:sp>
          <p:nvSpPr>
            <p:cNvPr id="123" name="Text Box 123"/>
            <p:cNvSpPr>
              <a:spLocks/>
            </p:cNvSpPr>
            <p:nvPr/>
          </p:nvSpPr>
          <p:spPr>
            <a:xfrm>
              <a:off x="710" y="3506"/>
              <a:ext cx="2298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/>
                <a:t>Drive to interview</a:t>
              </a:r>
            </a:p>
          </p:txBody>
        </p:sp>
        <p:sp>
          <p:nvSpPr>
            <p:cNvPr id="124" name="Text Box 124"/>
            <p:cNvSpPr>
              <a:spLocks/>
            </p:cNvSpPr>
            <p:nvPr/>
          </p:nvSpPr>
          <p:spPr>
            <a:xfrm>
              <a:off x="3008" y="3506"/>
              <a:ext cx="1568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C,E</a:t>
              </a:r>
            </a:p>
          </p:txBody>
        </p:sp>
        <p:sp>
          <p:nvSpPr>
            <p:cNvPr id="125" name="Text Box 125"/>
            <p:cNvSpPr>
              <a:spLocks/>
            </p:cNvSpPr>
            <p:nvPr/>
          </p:nvSpPr>
          <p:spPr>
            <a:xfrm>
              <a:off x="4576" y="3506"/>
              <a:ext cx="992" cy="411"/>
            </a:xfrm>
            <a:prstGeom prst="rect">
              <a:avLst/>
            </a:prstGeom>
            <a:noFill/>
            <a:ln>
              <a:noFill/>
            </a:ln>
          </p:spPr>
          <p:txBody>
            <a:bodyPr bIns="45725" numCol="1" tIns="45725"/>
            <a:lstStyle/>
            <a:p>
              <a:pPr algn="ctr" indent="0" marL="0">
                <a:spcBef>
                  <a:spcPct val="20000"/>
                </a:spcBef>
                <a:buNone/>
              </a:pPr>
              <a:r>
                <a:rPr dirty="0" lang="en-US" smtClean="0"/>
                <a:t>20</a:t>
              </a:r>
            </a:p>
          </p:txBody>
        </p:sp>
        <p:sp>
          <p:nvSpPr>
            <p:cNvPr id="126" name="Text Box 126"/>
            <p:cNvSpPr>
              <a:spLocks/>
            </p:cNvSpPr>
            <p:nvPr/>
          </p:nvSpPr>
          <p:spPr>
            <a:xfrm>
              <a:off x="710" y="960"/>
              <a:ext cx="0" cy="29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27" name="Text Box 127"/>
            <p:cNvSpPr>
              <a:spLocks/>
            </p:cNvSpPr>
            <p:nvPr/>
          </p:nvSpPr>
          <p:spPr>
            <a:xfrm>
              <a:off x="3008" y="960"/>
              <a:ext cx="0" cy="29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28" name="Text Box 128"/>
            <p:cNvSpPr>
              <a:spLocks/>
            </p:cNvSpPr>
            <p:nvPr/>
          </p:nvSpPr>
          <p:spPr>
            <a:xfrm>
              <a:off x="4576" y="960"/>
              <a:ext cx="0" cy="29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29" name="Text Box 129"/>
            <p:cNvSpPr>
              <a:spLocks/>
            </p:cNvSpPr>
            <p:nvPr/>
          </p:nvSpPr>
          <p:spPr>
            <a:xfrm>
              <a:off x="240" y="1448"/>
              <a:ext cx="5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30" name="Text Box 130"/>
            <p:cNvSpPr>
              <a:spLocks/>
            </p:cNvSpPr>
            <p:nvPr/>
          </p:nvSpPr>
          <p:spPr>
            <a:xfrm>
              <a:off x="240" y="1860"/>
              <a:ext cx="5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31" name="Text Box 131"/>
            <p:cNvSpPr>
              <a:spLocks/>
            </p:cNvSpPr>
            <p:nvPr/>
          </p:nvSpPr>
          <p:spPr>
            <a:xfrm>
              <a:off x="240" y="2271"/>
              <a:ext cx="5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32" name="Text Box 132"/>
            <p:cNvSpPr>
              <a:spLocks/>
            </p:cNvSpPr>
            <p:nvPr/>
          </p:nvSpPr>
          <p:spPr>
            <a:xfrm>
              <a:off x="240" y="2683"/>
              <a:ext cx="5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33" name="Text Box 133"/>
            <p:cNvSpPr>
              <a:spLocks/>
            </p:cNvSpPr>
            <p:nvPr/>
          </p:nvSpPr>
          <p:spPr>
            <a:xfrm>
              <a:off x="240" y="3094"/>
              <a:ext cx="5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34" name="Text Box 134"/>
            <p:cNvSpPr>
              <a:spLocks/>
            </p:cNvSpPr>
            <p:nvPr/>
          </p:nvSpPr>
          <p:spPr>
            <a:xfrm>
              <a:off x="240" y="3506"/>
              <a:ext cx="5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35" name="Text Box 135"/>
            <p:cNvSpPr>
              <a:spLocks/>
            </p:cNvSpPr>
            <p:nvPr/>
          </p:nvSpPr>
          <p:spPr>
            <a:xfrm>
              <a:off x="240" y="960"/>
              <a:ext cx="0" cy="29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36" name="Text Box 136"/>
            <p:cNvSpPr>
              <a:spLocks/>
            </p:cNvSpPr>
            <p:nvPr/>
          </p:nvSpPr>
          <p:spPr>
            <a:xfrm>
              <a:off x="5568" y="960"/>
              <a:ext cx="0" cy="29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37" name="Text Box 137"/>
            <p:cNvSpPr>
              <a:spLocks/>
            </p:cNvSpPr>
            <p:nvPr/>
          </p:nvSpPr>
          <p:spPr>
            <a:xfrm>
              <a:off x="240" y="960"/>
              <a:ext cx="5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38" name="Text Box 138"/>
            <p:cNvSpPr>
              <a:spLocks/>
            </p:cNvSpPr>
            <p:nvPr/>
          </p:nvSpPr>
          <p:spPr>
            <a:xfrm>
              <a:off x="240" y="3917"/>
              <a:ext cx="5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</p:grpSp>
      <p:sp>
        <p:nvSpPr>
          <p:cNvPr id="139" name="Text Box 139"/>
          <p:cNvSpPr>
            <a:spLocks/>
          </p:cNvSpPr>
          <p:nvPr/>
        </p:nvSpPr>
        <p:spPr>
          <a:xfrm>
            <a:off x="4953000" y="228600"/>
            <a:ext cx="3124200" cy="8255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0"/>
              </a:spcBef>
              <a:buNone/>
            </a:pPr>
            <a:r>
              <a:rPr dirty="0" lang="en-US" smtClean="0" sz="1600">
                <a:latin charset="0" pitchFamily="34" typeface="Tahoma"/>
              </a:rPr>
              <a:t>The last activities that must be completed before an activity can begin</a:t>
            </a:r>
          </a:p>
        </p:txBody>
      </p:sp>
      <p:grpSp>
        <p:nvGrpSpPr>
          <p:cNvPr id="141" name="Group 141"/>
          <p:cNvGrpSpPr>
            <a:grpSpLocks noChangeAspect="0" noGrp="0" noMove="0" noRot="0" noSelect="0" noUngrp="0"/>
          </p:cNvGrpSpPr>
          <p:nvPr/>
        </p:nvGrpSpPr>
        <p:grpSpPr>
          <a:xfrm>
            <a:off x="4495800" y="228600"/>
            <a:ext cx="2819400" cy="1219200"/>
            <a:chOff x="2928" y="144"/>
            <a:chExt cx="1536" cy="768"/>
          </a:xfrm>
        </p:grpSpPr>
        <p:sp>
          <p:nvSpPr>
            <p:cNvPr id="142" name="Text Box 142"/>
            <p:cNvSpPr txBox="1">
              <a:spLocks/>
            </p:cNvSpPr>
            <p:nvPr/>
          </p:nvSpPr>
          <p:spPr>
            <a:xfrm>
              <a:off x="2928" y="144"/>
              <a:ext cx="1536" cy="212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endParaRPr/>
            </a:p>
          </p:txBody>
        </p:sp>
        <p:sp>
          <p:nvSpPr>
            <p:cNvPr id="143" name="Text Box 143"/>
            <p:cNvSpPr>
              <a:spLocks/>
            </p:cNvSpPr>
            <p:nvPr/>
          </p:nvSpPr>
          <p:spPr>
            <a:xfrm flipH="1">
              <a:off x="3792" y="672"/>
              <a:ext cx="0" cy="24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/>
              <a:tailEnd type="triangle"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Box 144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145" name="Text Box 145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146" name="Text Box 146"/>
          <p:cNvSpPr>
            <a:spLocks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</p:spPr>
        <p:txBody>
          <a:bodyPr anchor="b" bIns="45720" lIns="91440" numCol="1" rIns="91440" tIns="45720" wrap="square"/>
          <a:lstStyle/>
          <a:p>
            <a:pPr indent="0" marL="0"/>
            <a:r>
              <a:rPr dirty="0" i="1" lang="en-US" smtClean="0"/>
              <a:t>Activity on Arc</a:t>
            </a:r>
            <a:r>
              <a:rPr dirty="0" lang="en-US" smtClean="0"/>
              <a:t> Network </a:t>
            </a:r>
          </a:p>
        </p:txBody>
      </p:sp>
      <p:sp>
        <p:nvSpPr>
          <p:cNvPr id="147" name="Text Box 147"/>
          <p:cNvSpPr>
            <a:spLocks/>
          </p:cNvSpPr>
          <p:nvPr/>
        </p:nvSpPr>
        <p:spPr>
          <a:xfrm>
            <a:off x="1219200" y="2971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 numCol="1" wrap="none"/>
          <a:lstStyle/>
          <a:p>
            <a:endParaRPr/>
          </a:p>
        </p:txBody>
      </p:sp>
      <p:sp>
        <p:nvSpPr>
          <p:cNvPr id="148" name="Text Box 148"/>
          <p:cNvSpPr>
            <a:spLocks/>
          </p:cNvSpPr>
          <p:nvPr/>
        </p:nvSpPr>
        <p:spPr>
          <a:xfrm>
            <a:off x="4191000" y="2971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 numCol="1" wrap="none"/>
          <a:lstStyle/>
          <a:p>
            <a:endParaRPr/>
          </a:p>
        </p:txBody>
      </p:sp>
      <p:sp>
        <p:nvSpPr>
          <p:cNvPr id="149" name="Text Box 149"/>
          <p:cNvSpPr>
            <a:spLocks/>
          </p:cNvSpPr>
          <p:nvPr/>
        </p:nvSpPr>
        <p:spPr>
          <a:xfrm>
            <a:off x="2667000" y="17526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 numCol="1" wrap="none"/>
          <a:lstStyle/>
          <a:p>
            <a:endParaRPr/>
          </a:p>
        </p:txBody>
      </p:sp>
      <p:sp>
        <p:nvSpPr>
          <p:cNvPr id="150" name="Text Box 150"/>
          <p:cNvSpPr>
            <a:spLocks/>
          </p:cNvSpPr>
          <p:nvPr/>
        </p:nvSpPr>
        <p:spPr>
          <a:xfrm>
            <a:off x="5562600" y="42672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 numCol="1" wrap="none"/>
          <a:lstStyle/>
          <a:p>
            <a:endParaRPr/>
          </a:p>
        </p:txBody>
      </p:sp>
      <p:sp>
        <p:nvSpPr>
          <p:cNvPr id="151" name="Text Box 151"/>
          <p:cNvSpPr>
            <a:spLocks/>
          </p:cNvSpPr>
          <p:nvPr/>
        </p:nvSpPr>
        <p:spPr>
          <a:xfrm>
            <a:off x="7620000" y="2971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 numCol="1" wrap="none"/>
          <a:lstStyle/>
          <a:p>
            <a:endParaRPr/>
          </a:p>
        </p:txBody>
      </p:sp>
      <p:sp>
        <p:nvSpPr>
          <p:cNvPr id="152" name="Text Box 152"/>
          <p:cNvSpPr>
            <a:spLocks/>
          </p:cNvSpPr>
          <p:nvPr/>
        </p:nvSpPr>
        <p:spPr>
          <a:xfrm flipV="1">
            <a:off x="1676400" y="1981200"/>
            <a:ext cx="990600" cy="990600"/>
          </a:xfrm>
          <a:prstGeom prst="line">
            <a:avLst/>
          </a:prstGeom>
          <a:noFill/>
          <a:ln>
            <a:solidFill>
              <a:schemeClr val="tx1"/>
            </a:solidFill>
            <a:round/>
            <a:headEnd len="sm" type="none" w="sm"/>
            <a:tailEnd len="lg" type="stealth" w="lg"/>
          </a:ln>
        </p:spPr>
      </p:sp>
      <p:sp>
        <p:nvSpPr>
          <p:cNvPr id="153" name="Text Box 153"/>
          <p:cNvSpPr>
            <a:spLocks/>
          </p:cNvSpPr>
          <p:nvPr/>
        </p:nvSpPr>
        <p:spPr>
          <a:xfrm flipV="1">
            <a:off x="1752600" y="3200400"/>
            <a:ext cx="2438400" cy="0"/>
          </a:xfrm>
          <a:prstGeom prst="line">
            <a:avLst/>
          </a:prstGeom>
          <a:noFill/>
          <a:ln>
            <a:solidFill>
              <a:schemeClr val="tx1"/>
            </a:solidFill>
            <a:round/>
            <a:headEnd len="sm" type="none" w="sm"/>
            <a:tailEnd len="lg" type="stealth" w="lg"/>
          </a:ln>
        </p:spPr>
      </p:sp>
      <p:sp>
        <p:nvSpPr>
          <p:cNvPr id="154" name="Text Box 154"/>
          <p:cNvSpPr>
            <a:spLocks/>
          </p:cNvSpPr>
          <p:nvPr/>
        </p:nvSpPr>
        <p:spPr>
          <a:xfrm>
            <a:off x="3200400" y="2057400"/>
            <a:ext cx="1066800" cy="990600"/>
          </a:xfrm>
          <a:prstGeom prst="line">
            <a:avLst/>
          </a:prstGeom>
          <a:noFill/>
          <a:ln>
            <a:solidFill>
              <a:schemeClr val="tx1"/>
            </a:solidFill>
            <a:round/>
            <a:headEnd len="sm" type="none" w="sm"/>
            <a:tailEnd len="lg" type="stealth" w="lg"/>
          </a:ln>
        </p:spPr>
      </p:sp>
      <p:sp>
        <p:nvSpPr>
          <p:cNvPr id="155" name="Text Box 155"/>
          <p:cNvSpPr>
            <a:spLocks/>
          </p:cNvSpPr>
          <p:nvPr/>
        </p:nvSpPr>
        <p:spPr>
          <a:xfrm>
            <a:off x="4648200" y="3429000"/>
            <a:ext cx="990600" cy="914400"/>
          </a:xfrm>
          <a:prstGeom prst="line">
            <a:avLst/>
          </a:prstGeom>
          <a:noFill/>
          <a:ln>
            <a:solidFill>
              <a:schemeClr val="tx1"/>
            </a:solidFill>
            <a:round/>
            <a:headEnd len="sm" type="none" w="sm"/>
            <a:tailEnd len="lg" type="stealth" w="lg"/>
          </a:ln>
        </p:spPr>
      </p:sp>
      <p:sp>
        <p:nvSpPr>
          <p:cNvPr id="156" name="Text Box 156"/>
          <p:cNvSpPr>
            <a:spLocks/>
          </p:cNvSpPr>
          <p:nvPr/>
        </p:nvSpPr>
        <p:spPr>
          <a:xfrm>
            <a:off x="1676400" y="3429000"/>
            <a:ext cx="3886200" cy="1066800"/>
          </a:xfrm>
          <a:prstGeom prst="line">
            <a:avLst/>
          </a:prstGeom>
          <a:noFill/>
          <a:ln>
            <a:solidFill>
              <a:schemeClr val="tx1"/>
            </a:solidFill>
            <a:round/>
            <a:headEnd len="sm" type="none" w="sm"/>
            <a:tailEnd len="lg" type="stealth" w="lg"/>
          </a:ln>
        </p:spPr>
      </p:sp>
      <p:sp>
        <p:nvSpPr>
          <p:cNvPr id="157" name="Text Box 157"/>
          <p:cNvSpPr>
            <a:spLocks/>
          </p:cNvSpPr>
          <p:nvPr/>
        </p:nvSpPr>
        <p:spPr>
          <a:xfrm flipV="1">
            <a:off x="6019800" y="3352800"/>
            <a:ext cx="1600200" cy="990600"/>
          </a:xfrm>
          <a:prstGeom prst="line">
            <a:avLst/>
          </a:prstGeom>
          <a:noFill/>
          <a:ln>
            <a:solidFill>
              <a:schemeClr val="tx1"/>
            </a:solidFill>
            <a:round/>
            <a:headEnd len="sm" type="none" w="sm"/>
            <a:tailEnd len="lg" type="stealth" w="lg"/>
          </a:ln>
        </p:spPr>
      </p:sp>
      <p:sp>
        <p:nvSpPr>
          <p:cNvPr id="158" name="Text Box 158"/>
          <p:cNvSpPr txBox="1">
            <a:spLocks/>
          </p:cNvSpPr>
          <p:nvPr/>
        </p:nvSpPr>
        <p:spPr>
          <a:xfrm>
            <a:off x="1447800" y="21336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dirty="0" lang="en-US" smtClean="0" sz="2400">
                <a:latin charset="0" pitchFamily="34" typeface="Tahoma"/>
              </a:rPr>
              <a:t>A(3)</a:t>
            </a:r>
          </a:p>
        </p:txBody>
      </p:sp>
      <p:sp>
        <p:nvSpPr>
          <p:cNvPr id="159" name="Text Box 159"/>
          <p:cNvSpPr txBox="1">
            <a:spLocks/>
          </p:cNvSpPr>
          <p:nvPr/>
        </p:nvSpPr>
        <p:spPr>
          <a:xfrm>
            <a:off x="2590800" y="2743200"/>
            <a:ext cx="9906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dirty="0" lang="en-US" smtClean="0" sz="2400">
                <a:latin charset="0" pitchFamily="34" typeface="Tahoma"/>
              </a:rPr>
              <a:t>D(12)</a:t>
            </a:r>
          </a:p>
        </p:txBody>
      </p:sp>
      <p:sp>
        <p:nvSpPr>
          <p:cNvPr id="160" name="Text Box 160"/>
          <p:cNvSpPr txBox="1">
            <a:spLocks/>
          </p:cNvSpPr>
          <p:nvPr/>
        </p:nvSpPr>
        <p:spPr>
          <a:xfrm>
            <a:off x="3505200" y="2057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dirty="0" lang="en-US" smtClean="0" sz="2400">
                <a:latin charset="0" pitchFamily="34" typeface="Tahoma"/>
              </a:rPr>
              <a:t>B(8)</a:t>
            </a:r>
          </a:p>
        </p:txBody>
      </p:sp>
      <p:sp>
        <p:nvSpPr>
          <p:cNvPr id="161" name="Text Box 161"/>
          <p:cNvSpPr txBox="1">
            <a:spLocks/>
          </p:cNvSpPr>
          <p:nvPr/>
        </p:nvSpPr>
        <p:spPr>
          <a:xfrm>
            <a:off x="4876800" y="33528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dirty="0" lang="en-US" smtClean="0" sz="2400">
                <a:latin charset="0" pitchFamily="34" typeface="Tahoma"/>
              </a:rPr>
              <a:t>E(10)</a:t>
            </a:r>
          </a:p>
        </p:txBody>
      </p:sp>
      <p:sp>
        <p:nvSpPr>
          <p:cNvPr id="162" name="Text Box 162"/>
          <p:cNvSpPr txBox="1">
            <a:spLocks/>
          </p:cNvSpPr>
          <p:nvPr/>
        </p:nvSpPr>
        <p:spPr>
          <a:xfrm>
            <a:off x="2971800" y="3962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dirty="0" lang="en-US" smtClean="0" sz="2400">
                <a:latin charset="0" pitchFamily="34" typeface="Tahoma"/>
              </a:rPr>
              <a:t>C(7)</a:t>
            </a:r>
          </a:p>
        </p:txBody>
      </p:sp>
      <p:sp>
        <p:nvSpPr>
          <p:cNvPr id="163" name="Text Box 163"/>
          <p:cNvSpPr txBox="1">
            <a:spLocks/>
          </p:cNvSpPr>
          <p:nvPr/>
        </p:nvSpPr>
        <p:spPr>
          <a:xfrm>
            <a:off x="6629400" y="38100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dirty="0" lang="en-US" smtClean="0" sz="2400">
                <a:latin charset="0" pitchFamily="34" typeface="Tahoma"/>
              </a:rPr>
              <a:t>F(20)</a:t>
            </a:r>
          </a:p>
        </p:txBody>
      </p:sp>
      <p:sp>
        <p:nvSpPr>
          <p:cNvPr id="164" name="Text Box 164"/>
          <p:cNvSpPr txBox="1">
            <a:spLocks/>
          </p:cNvSpPr>
          <p:nvPr/>
        </p:nvSpPr>
        <p:spPr>
          <a:xfrm>
            <a:off x="1219200" y="548640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endParaRPr/>
          </a:p>
        </p:txBody>
      </p:sp>
      <p:sp>
        <p:nvSpPr>
          <p:cNvPr id="165" name="Text Box 165"/>
          <p:cNvSpPr txBox="1">
            <a:spLocks/>
          </p:cNvSpPr>
          <p:nvPr/>
        </p:nvSpPr>
        <p:spPr>
          <a:xfrm>
            <a:off x="1295400" y="29718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b="1" dirty="0" lang="en-US" smtClean="0" sz="2400">
                <a:latin charset="0" pitchFamily="34" typeface="Tahoma"/>
              </a:rPr>
              <a:t>1</a:t>
            </a:r>
          </a:p>
        </p:txBody>
      </p:sp>
      <p:sp>
        <p:nvSpPr>
          <p:cNvPr id="166" name="Text Box 166"/>
          <p:cNvSpPr txBox="1">
            <a:spLocks/>
          </p:cNvSpPr>
          <p:nvPr/>
        </p:nvSpPr>
        <p:spPr>
          <a:xfrm>
            <a:off x="7696200" y="29718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b="1" dirty="0" lang="en-US" smtClean="0" sz="2400">
                <a:latin charset="0" pitchFamily="34" typeface="Tahoma"/>
              </a:rPr>
              <a:t>5</a:t>
            </a:r>
          </a:p>
        </p:txBody>
      </p:sp>
      <p:sp>
        <p:nvSpPr>
          <p:cNvPr id="167" name="Text Box 167"/>
          <p:cNvSpPr txBox="1">
            <a:spLocks/>
          </p:cNvSpPr>
          <p:nvPr/>
        </p:nvSpPr>
        <p:spPr>
          <a:xfrm>
            <a:off x="5638800" y="42672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b="1" dirty="0" lang="en-US" smtClean="0" sz="2400">
                <a:latin charset="0" pitchFamily="34" typeface="Tahoma"/>
              </a:rPr>
              <a:t>4</a:t>
            </a:r>
          </a:p>
        </p:txBody>
      </p:sp>
      <p:sp>
        <p:nvSpPr>
          <p:cNvPr id="168" name="Text Box 168"/>
          <p:cNvSpPr txBox="1">
            <a:spLocks/>
          </p:cNvSpPr>
          <p:nvPr/>
        </p:nvSpPr>
        <p:spPr>
          <a:xfrm>
            <a:off x="4267200" y="29718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b="1" dirty="0" lang="en-US" smtClean="0" sz="2400">
                <a:latin charset="0" pitchFamily="34" typeface="Tahoma"/>
              </a:rPr>
              <a:t>3</a:t>
            </a:r>
          </a:p>
        </p:txBody>
      </p:sp>
      <p:sp>
        <p:nvSpPr>
          <p:cNvPr id="169" name="Text Box 169"/>
          <p:cNvSpPr txBox="1">
            <a:spLocks/>
          </p:cNvSpPr>
          <p:nvPr/>
        </p:nvSpPr>
        <p:spPr>
          <a:xfrm>
            <a:off x="2743200" y="17526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b="1" dirty="0" lang="en-US" smtClean="0" sz="2400">
                <a:latin charset="0" pitchFamily="34" typeface="Tahoma"/>
              </a:rPr>
              <a:t>2</a:t>
            </a:r>
          </a:p>
        </p:txBody>
      </p:sp>
      <p:sp>
        <p:nvSpPr>
          <p:cNvPr id="170" name="Text Box 170"/>
          <p:cNvSpPr txBox="1">
            <a:spLocks/>
          </p:cNvSpPr>
          <p:nvPr/>
        </p:nvSpPr>
        <p:spPr>
          <a:xfrm>
            <a:off x="914400" y="4572000"/>
            <a:ext cx="4191000" cy="396875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Box 171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172" name="Text Box 172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173" name="Text Box 173"/>
          <p:cNvSpPr>
            <a:spLocks/>
          </p:cNvSpPr>
          <p:nvPr>
            <p:ph type="title"/>
          </p:nvPr>
        </p:nvSpPr>
        <p:spPr>
          <a:xfrm>
            <a:off x="457200" y="228600"/>
            <a:ext cx="8305800" cy="9144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/>
              <a:t>Microsoft Project Example</a:t>
            </a:r>
          </a:p>
        </p:txBody>
      </p:sp>
      <p:pic>
        <p:nvPicPr>
          <p:cNvPr id="174" name="Picture 174"/>
          <p:cNvPicPr>
            <a:picLocks noChangeAspect="1"/>
          </p:cNvPicPr>
          <p:nvPr/>
        </p:nvPicPr>
        <p:blipFill>
          <a:blip r:embed="rId2"/>
          <a:srcRect b="0" l="0" r="0" t="0"/>
          <a:stretch/>
        </p:blipFill>
        <p:spPr>
          <a:xfrm>
            <a:off x="519112" y="1524000"/>
            <a:ext cx="818197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Box 176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177" name="Text Box 177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178" name="Text Box 178"/>
          <p:cNvSpPr>
            <a:spLocks/>
          </p:cNvSpPr>
          <p:nvPr>
            <p:ph type="title"/>
          </p:nvPr>
        </p:nvSpPr>
        <p:spPr>
          <a:xfrm>
            <a:off x="457200" y="228600"/>
            <a:ext cx="8305800" cy="9144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/>
              <a:t>Microsoft Project Example</a:t>
            </a:r>
          </a:p>
        </p:txBody>
      </p:sp>
      <p:pic>
        <p:nvPicPr>
          <p:cNvPr id="179" name="Picture 179"/>
          <p:cNvPicPr>
            <a:picLocks noChangeAspect="1"/>
          </p:cNvPicPr>
          <p:nvPr/>
        </p:nvPicPr>
        <p:blipFill>
          <a:blip r:embed="rId2"/>
          <a:srcRect b="0" l="0" r="0" t="0"/>
          <a:stretch/>
        </p:blipFill>
        <p:spPr>
          <a:xfrm>
            <a:off x="381000" y="1219200"/>
            <a:ext cx="85344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Box 181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182" name="Text Box 182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183" name="Text Box 183"/>
          <p:cNvSpPr>
            <a:spLocks/>
          </p:cNvSpPr>
          <p:nvPr>
            <p:ph type="title"/>
          </p:nvPr>
        </p:nvSpPr>
        <p:spPr>
          <a:xfrm>
            <a:off x="457200" y="381000"/>
            <a:ext cx="8305800" cy="854075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 sz="4000"/>
              <a:t>Sample Network Diagram</a:t>
            </a:r>
          </a:p>
        </p:txBody>
      </p:sp>
      <p:pic>
        <p:nvPicPr>
          <p:cNvPr id="184" name="Picture 184"/>
          <p:cNvPicPr>
            <a:picLocks noChangeAspect="1"/>
          </p:cNvPicPr>
          <p:nvPr/>
        </p:nvPicPr>
        <p:blipFill>
          <a:blip r:embed="rId2"/>
          <a:srcRect b="17007"/>
          <a:stretch/>
        </p:blipFill>
        <p:spPr>
          <a:xfrm>
            <a:off x="533400" y="1296987"/>
            <a:ext cx="8077200" cy="5027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Box 186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187" name="Text Box 187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188" name="Text Box 188"/>
          <p:cNvSpPr>
            <a:spLocks/>
          </p:cNvSpPr>
          <p:nvPr>
            <p:ph type="title"/>
          </p:nvPr>
        </p:nvSpPr>
        <p:spPr>
          <a:xfrm>
            <a:off x="457200" y="228600"/>
            <a:ext cx="8305800" cy="9144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b="1" dirty="0" lang="en-US" smtClean="0"/>
              <a:t>Network Diagrams</a:t>
            </a:r>
          </a:p>
        </p:txBody>
      </p:sp>
      <p:sp>
        <p:nvSpPr>
          <p:cNvPr id="189" name="Text Box 189"/>
          <p:cNvSpPr>
            <a:spLocks/>
          </p:cNvSpPr>
          <p:nvPr>
            <p:ph type="body"/>
          </p:nvPr>
        </p:nvSpPr>
        <p:spPr>
          <a:xfrm>
            <a:off x="381000" y="1524000"/>
            <a:ext cx="8458200" cy="4572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AOA</a:t>
            </a:r>
            <a:r>
              <a:rPr dirty="0" lang="en-US" smtClean="0" sz="2400"/>
              <a:t> consists of</a:t>
            </a:r>
          </a:p>
          <a:p>
            <a:pPr indent="-228600" lvl="2" marL="1143000">
              <a:lnSpc>
                <a:spcPct val="90000"/>
              </a:lnSpc>
            </a:pPr>
            <a:r>
              <a:rPr dirty="0" lang="en-US" smtClean="0" sz="2000"/>
              <a:t>Circles representing Events</a:t>
            </a:r>
          </a:p>
          <a:p>
            <a:pPr indent="-228600" lvl="3" marL="1600200">
              <a:lnSpc>
                <a:spcPct val="90000"/>
              </a:lnSpc>
            </a:pPr>
            <a:r>
              <a:rPr dirty="0" lang="en-US" smtClean="0" sz="2000"/>
              <a:t>Such as ‘start’ or ‘end’ of a given task</a:t>
            </a:r>
          </a:p>
          <a:p>
            <a:pPr indent="-228600" lvl="2" marL="1143000">
              <a:lnSpc>
                <a:spcPct val="90000"/>
              </a:lnSpc>
            </a:pPr>
            <a:r>
              <a:rPr dirty="0" lang="en-US" smtClean="0" sz="2000"/>
              <a:t>Lines representing Tasks</a:t>
            </a:r>
          </a:p>
          <a:p>
            <a:pPr indent="-228600" lvl="3" marL="1600200">
              <a:lnSpc>
                <a:spcPct val="90000"/>
              </a:lnSpc>
            </a:pPr>
            <a:r>
              <a:rPr dirty="0" lang="en-US" smtClean="0" sz="2000"/>
              <a:t>Thing being done ‘Build UI’</a:t>
            </a:r>
          </a:p>
          <a:p>
            <a:pPr indent="-228600" lvl="2" marL="1143000">
              <a:lnSpc>
                <a:spcPct val="90000"/>
              </a:lnSpc>
            </a:pPr>
            <a:r>
              <a:rPr b="1" dirty="0" lang="en-US" smtClean="0" sz="2000"/>
              <a:t>a.k.a. Arrow Diagramming Method (ADM)</a:t>
            </a:r>
          </a:p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AON</a:t>
            </a:r>
          </a:p>
          <a:p>
            <a:pPr indent="-228600" lvl="2" marL="1143000">
              <a:lnSpc>
                <a:spcPct val="90000"/>
              </a:lnSpc>
            </a:pPr>
            <a:r>
              <a:rPr dirty="0" lang="en-US" smtClean="0" sz="2000"/>
              <a:t>Tasks on Nodes</a:t>
            </a:r>
          </a:p>
          <a:p>
            <a:pPr indent="-228600" lvl="3" marL="1600200">
              <a:lnSpc>
                <a:spcPct val="90000"/>
              </a:lnSpc>
            </a:pPr>
            <a:r>
              <a:rPr dirty="0" lang="en-US" smtClean="0" sz="2000"/>
              <a:t>Nodes can be circles or rectangles (usually latter)</a:t>
            </a:r>
          </a:p>
          <a:p>
            <a:pPr indent="-228600" lvl="3" marL="1600200">
              <a:lnSpc>
                <a:spcPct val="90000"/>
              </a:lnSpc>
            </a:pPr>
            <a:r>
              <a:rPr dirty="0" lang="en-US" smtClean="0" sz="2000"/>
              <a:t>Task information written on node</a:t>
            </a:r>
          </a:p>
          <a:p>
            <a:pPr indent="-228600" lvl="2" marL="1143000">
              <a:lnSpc>
                <a:spcPct val="90000"/>
              </a:lnSpc>
            </a:pPr>
            <a:r>
              <a:rPr dirty="0" lang="en-US" smtClean="0" sz="2000"/>
              <a:t>Arrows are dependencies between tasks</a:t>
            </a:r>
          </a:p>
          <a:p>
            <a:pPr indent="-228600" lvl="2" marL="1143000">
              <a:lnSpc>
                <a:spcPct val="90000"/>
              </a:lnSpc>
            </a:pPr>
            <a:r>
              <a:rPr b="1" dirty="0" lang="en-US" smtClean="0" sz="2000"/>
              <a:t>a.k.a. Precedence Diagramming Method (PDM)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Box 190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191" name="Text Box 191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192" name="Text Box 192"/>
          <p:cNvSpPr>
            <a:spLocks/>
          </p:cNvSpPr>
          <p:nvPr>
            <p:ph type="title"/>
          </p:nvPr>
        </p:nvSpPr>
        <p:spPr>
          <a:xfrm>
            <a:off x="533400" y="228600"/>
            <a:ext cx="8229600" cy="304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endParaRPr/>
          </a:p>
        </p:txBody>
      </p:sp>
      <p:sp>
        <p:nvSpPr>
          <p:cNvPr id="193" name="Text Box 193"/>
          <p:cNvSpPr>
            <a:spLocks/>
          </p:cNvSpPr>
          <p:nvPr>
            <p:ph type="body"/>
          </p:nvPr>
        </p:nvSpPr>
        <p:spPr>
          <a:xfrm>
            <a:off x="381000" y="1524000"/>
            <a:ext cx="8458200" cy="4572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endParaRPr/>
          </a:p>
        </p:txBody>
      </p:sp>
      <p:sp>
        <p:nvSpPr>
          <p:cNvPr id="194" name="Text Box 194"/>
          <p:cNvSpPr>
            <a:spLocks/>
          </p:cNvSpPr>
          <p:nvPr/>
        </p:nvSpPr>
        <p:spPr>
          <a:xfrm>
            <a:off x="228600" y="0"/>
            <a:ext cx="8651875" cy="381000"/>
          </a:xfrm>
          <a:prstGeom prst="rect">
            <a:avLst/>
          </a:prstGeom>
          <a:noFill/>
          <a:ln>
            <a:noFill/>
          </a:ln>
        </p:spPr>
        <p:txBody>
          <a:bodyPr anchor="ctr" numCol="1"/>
          <a:lstStyle/>
          <a:p>
            <a:pPr indent="0" marL="0">
              <a:spcBef>
                <a:spcPct val="0"/>
              </a:spcBef>
              <a:buNone/>
            </a:pPr>
            <a:r>
              <a:rPr b="1" dirty="0" lang="en-US" smtClean="0" sz="3200">
                <a:latin charset="0" pitchFamily="18" typeface="Garamond"/>
              </a:rPr>
              <a:t>AOA Project Network for House</a:t>
            </a:r>
          </a:p>
        </p:txBody>
      </p:sp>
      <p:grpSp>
        <p:nvGrpSpPr>
          <p:cNvPr id="196" name="Group 196"/>
          <p:cNvGrpSpPr>
            <a:grpSpLocks noChangeAspect="0" noGrp="0" noMove="0" noRot="0" noSelect="0" noUngrp="0"/>
          </p:cNvGrpSpPr>
          <p:nvPr/>
        </p:nvGrpSpPr>
        <p:grpSpPr>
          <a:xfrm>
            <a:off x="304800" y="381000"/>
            <a:ext cx="8458200" cy="2819400"/>
            <a:chOff x="432" y="1152"/>
            <a:chExt cx="4992" cy="2016"/>
          </a:xfrm>
        </p:grpSpPr>
        <p:sp>
          <p:nvSpPr>
            <p:cNvPr id="197" name="Text Box 197"/>
            <p:cNvSpPr>
              <a:spLocks/>
            </p:cNvSpPr>
            <p:nvPr/>
          </p:nvSpPr>
          <p:spPr>
            <a:xfrm>
              <a:off x="432" y="1152"/>
              <a:ext cx="4992" cy="201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grpSp>
          <p:nvGrpSpPr>
            <p:cNvPr id="198" name="Group 198"/>
            <p:cNvGrpSpPr>
              <a:grpSpLocks noChangeAspect="0" noGrp="0" noMove="0" noRot="0" noSelect="0" noUngrp="0"/>
            </p:cNvGrpSpPr>
            <p:nvPr/>
          </p:nvGrpSpPr>
          <p:grpSpPr>
            <a:xfrm>
              <a:off x="604" y="1353"/>
              <a:ext cx="4636" cy="1633"/>
              <a:chOff x="604" y="1353"/>
              <a:chExt cx="4636" cy="1633"/>
            </a:xfrm>
          </p:grpSpPr>
          <p:sp>
            <p:nvSpPr>
              <p:cNvPr id="199" name="Text Box 199"/>
              <p:cNvSpPr>
                <a:spLocks/>
              </p:cNvSpPr>
              <p:nvPr/>
            </p:nvSpPr>
            <p:spPr>
              <a:xfrm>
                <a:off x="1091" y="1955"/>
                <a:ext cx="292" cy="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bIns="44450" lIns="90488" numCol="1" rIns="90488" tIns="44450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1600"/>
                  <a:t>3</a:t>
                </a:r>
              </a:p>
            </p:txBody>
          </p:sp>
          <p:sp>
            <p:nvSpPr>
              <p:cNvPr id="200" name="Text Box 200"/>
              <p:cNvSpPr>
                <a:spLocks/>
              </p:cNvSpPr>
              <p:nvPr/>
            </p:nvSpPr>
            <p:spPr>
              <a:xfrm>
                <a:off x="2095" y="1773"/>
                <a:ext cx="210" cy="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bIns="44450" lIns="90488" numCol="1" rIns="90488" tIns="44450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1600"/>
                  <a:t>2</a:t>
                </a:r>
              </a:p>
            </p:txBody>
          </p:sp>
          <p:sp>
            <p:nvSpPr>
              <p:cNvPr id="201" name="Text Box 201"/>
              <p:cNvSpPr>
                <a:spLocks/>
              </p:cNvSpPr>
              <p:nvPr/>
            </p:nvSpPr>
            <p:spPr>
              <a:xfrm>
                <a:off x="2430" y="1773"/>
                <a:ext cx="295" cy="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bIns="44450" lIns="90488" numCol="1" rIns="90488" tIns="44450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1600"/>
                  <a:t>0</a:t>
                </a:r>
              </a:p>
            </p:txBody>
          </p:sp>
          <p:sp>
            <p:nvSpPr>
              <p:cNvPr id="202" name="Text Box 202"/>
              <p:cNvSpPr>
                <a:spLocks/>
              </p:cNvSpPr>
              <p:nvPr/>
            </p:nvSpPr>
            <p:spPr>
              <a:xfrm>
                <a:off x="2282" y="1955"/>
                <a:ext cx="295" cy="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bIns="44450" lIns="90488" numCol="1" rIns="90488" tIns="44450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1600"/>
                  <a:t>1</a:t>
                </a:r>
              </a:p>
            </p:txBody>
          </p:sp>
          <p:sp>
            <p:nvSpPr>
              <p:cNvPr id="203" name="Text Box 203"/>
              <p:cNvSpPr>
                <a:spLocks/>
              </p:cNvSpPr>
              <p:nvPr/>
            </p:nvSpPr>
            <p:spPr>
              <a:xfrm>
                <a:off x="3350" y="2160"/>
                <a:ext cx="188" cy="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bIns="44450" lIns="90488" numCol="1" rIns="90488" tIns="44450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1600"/>
                  <a:t>3</a:t>
                </a:r>
              </a:p>
            </p:txBody>
          </p:sp>
          <p:sp>
            <p:nvSpPr>
              <p:cNvPr id="204" name="Text Box 204"/>
              <p:cNvSpPr>
                <a:spLocks/>
              </p:cNvSpPr>
              <p:nvPr/>
            </p:nvSpPr>
            <p:spPr>
              <a:xfrm>
                <a:off x="3176" y="2342"/>
                <a:ext cx="190" cy="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bIns="44450" lIns="90488" numCol="1" rIns="90488" tIns="44450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1600"/>
                  <a:t>1</a:t>
                </a:r>
              </a:p>
            </p:txBody>
          </p:sp>
          <p:sp>
            <p:nvSpPr>
              <p:cNvPr id="205" name="Text Box 205"/>
              <p:cNvSpPr>
                <a:spLocks/>
              </p:cNvSpPr>
              <p:nvPr/>
            </p:nvSpPr>
            <p:spPr>
              <a:xfrm>
                <a:off x="3574" y="2342"/>
                <a:ext cx="190" cy="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bIns="44450" lIns="90488" numCol="1" rIns="90488" tIns="44450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1600"/>
                  <a:t>1</a:t>
                </a:r>
              </a:p>
            </p:txBody>
          </p:sp>
          <p:sp>
            <p:nvSpPr>
              <p:cNvPr id="206" name="Text Box 206"/>
              <p:cNvSpPr>
                <a:spLocks/>
              </p:cNvSpPr>
              <p:nvPr/>
            </p:nvSpPr>
            <p:spPr>
              <a:xfrm>
                <a:off x="4437" y="2160"/>
                <a:ext cx="192" cy="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bIns="44450" lIns="90488" numCol="1" rIns="90488" tIns="44450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1600"/>
                  <a:t>1</a:t>
                </a:r>
              </a:p>
            </p:txBody>
          </p:sp>
          <p:grpSp>
            <p:nvGrpSpPr>
              <p:cNvPr id="207" name="Group 207"/>
              <p:cNvGrpSpPr>
                <a:grpSpLocks noChangeAspect="0" noGrp="0" noMove="0" noRot="0" noSelect="0" noUngrp="0"/>
              </p:cNvGrpSpPr>
              <p:nvPr/>
            </p:nvGrpSpPr>
            <p:grpSpPr>
              <a:xfrm>
                <a:off x="604" y="1353"/>
                <a:ext cx="4636" cy="1633"/>
                <a:chOff x="604" y="1353"/>
                <a:chExt cx="4636" cy="1633"/>
              </a:xfrm>
            </p:grpSpPr>
            <p:grpSp>
              <p:nvGrpSpPr>
                <p:cNvPr id="208" name="Group 208"/>
                <p:cNvGrpSpPr>
                  <a:grpSpLocks noChangeAspect="0" noGrp="0" noMove="0" noRot="0" noSelect="0" noUngrp="0"/>
                </p:cNvGrpSpPr>
                <p:nvPr/>
              </p:nvGrpSpPr>
              <p:grpSpPr>
                <a:xfrm>
                  <a:off x="604" y="1353"/>
                  <a:ext cx="4636" cy="1633"/>
                  <a:chOff x="604" y="1353"/>
                  <a:chExt cx="4636" cy="1633"/>
                </a:xfrm>
              </p:grpSpPr>
              <p:sp>
                <p:nvSpPr>
                  <p:cNvPr id="209" name="Text Box 209"/>
                  <p:cNvSpPr>
                    <a:spLocks/>
                  </p:cNvSpPr>
                  <p:nvPr/>
                </p:nvSpPr>
                <p:spPr>
                  <a:xfrm>
                    <a:off x="2395" y="1490"/>
                    <a:ext cx="444" cy="569"/>
                  </a:xfrm>
                  <a:prstGeom prst="line">
                    <a:avLst/>
                  </a:prstGeom>
                  <a:noFill/>
                  <a:ln w="57150">
                    <a:solidFill>
                      <a:schemeClr val="folHlink"/>
                    </a:solidFill>
                    <a:prstDash val="sysDot"/>
                    <a:round/>
                    <a:headEnd len="sm" type="none"/>
                    <a:tailEnd len="sm" type="triangle"/>
                  </a:ln>
                </p:spPr>
              </p:sp>
              <p:sp>
                <p:nvSpPr>
                  <p:cNvPr id="210" name="Text Box 210"/>
                  <p:cNvSpPr>
                    <a:spLocks/>
                  </p:cNvSpPr>
                  <p:nvPr/>
                </p:nvSpPr>
                <p:spPr>
                  <a:xfrm>
                    <a:off x="2922" y="2176"/>
                    <a:ext cx="444" cy="569"/>
                  </a:xfrm>
                  <a:prstGeom prst="line">
                    <a:avLst/>
                  </a:prstGeom>
                  <a:noFill/>
                  <a:ln w="57150">
                    <a:solidFill>
                      <a:schemeClr val="folHlink"/>
                    </a:solidFill>
                    <a:round/>
                    <a:headEnd len="sm" type="none"/>
                    <a:tailEnd len="sm" type="triangle"/>
                  </a:ln>
                </p:spPr>
              </p:sp>
              <p:sp>
                <p:nvSpPr>
                  <p:cNvPr id="211" name="Text Box 211"/>
                  <p:cNvSpPr>
                    <a:spLocks/>
                  </p:cNvSpPr>
                  <p:nvPr/>
                </p:nvSpPr>
                <p:spPr>
                  <a:xfrm flipV="1">
                    <a:off x="3492" y="2274"/>
                    <a:ext cx="435" cy="551"/>
                  </a:xfrm>
                  <a:prstGeom prst="line">
                    <a:avLst/>
                  </a:prstGeom>
                  <a:noFill/>
                  <a:ln w="57150">
                    <a:solidFill>
                      <a:schemeClr val="folHlink"/>
                    </a:solidFill>
                    <a:round/>
                    <a:headEnd len="sm" type="none"/>
                    <a:tailEnd len="sm" type="triangle"/>
                  </a:ln>
                </p:spPr>
              </p:sp>
              <p:sp>
                <p:nvSpPr>
                  <p:cNvPr id="212" name="Text Box 212"/>
                  <p:cNvSpPr>
                    <a:spLocks/>
                  </p:cNvSpPr>
                  <p:nvPr/>
                </p:nvSpPr>
                <p:spPr>
                  <a:xfrm flipV="1">
                    <a:off x="1840" y="1591"/>
                    <a:ext cx="444" cy="551"/>
                  </a:xfrm>
                  <a:prstGeom prst="line">
                    <a:avLst/>
                  </a:prstGeom>
                  <a:noFill/>
                  <a:ln w="57150">
                    <a:solidFill>
                      <a:schemeClr val="folHlink"/>
                    </a:solidFill>
                    <a:round/>
                    <a:headEnd len="sm" type="none"/>
                    <a:tailEnd len="sm" type="triangle"/>
                  </a:ln>
                </p:spPr>
              </p:sp>
              <p:grpSp>
                <p:nvGrpSpPr>
                  <p:cNvPr id="213" name="Group 213"/>
                  <p:cNvGrpSpPr>
                    <a:grpSpLocks noChangeAspect="0" noGrp="0" noMove="0" noRot="0" noSelect="0" noUngrp="0"/>
                  </p:cNvGrpSpPr>
                  <p:nvPr/>
                </p:nvGrpSpPr>
                <p:grpSpPr>
                  <a:xfrm>
                    <a:off x="604" y="2038"/>
                    <a:ext cx="4636" cy="265"/>
                    <a:chOff x="604" y="2038"/>
                    <a:chExt cx="4636" cy="265"/>
                  </a:xfrm>
                </p:grpSpPr>
                <p:sp>
                  <p:nvSpPr>
                    <p:cNvPr id="214" name="Text Box 214"/>
                    <p:cNvSpPr>
                      <a:spLocks/>
                    </p:cNvSpPr>
                    <p:nvPr/>
                  </p:nvSpPr>
                  <p:spPr>
                    <a:xfrm>
                      <a:off x="4017" y="2171"/>
                      <a:ext cx="933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folHlink"/>
                      </a:solidFill>
                      <a:round/>
                      <a:headEnd len="sm" type="none"/>
                      <a:tailEnd len="sm" type="triangle"/>
                    </a:ln>
                  </p:spPr>
                </p:sp>
                <p:sp>
                  <p:nvSpPr>
                    <p:cNvPr id="215" name="Text Box 215"/>
                    <p:cNvSpPr>
                      <a:spLocks/>
                    </p:cNvSpPr>
                    <p:nvPr/>
                  </p:nvSpPr>
                  <p:spPr>
                    <a:xfrm>
                      <a:off x="2931" y="2170"/>
                      <a:ext cx="916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folHlink"/>
                      </a:solidFill>
                      <a:round/>
                      <a:headEnd len="sm" type="none"/>
                      <a:tailEnd len="sm" type="triangle"/>
                    </a:ln>
                  </p:spPr>
                </p:sp>
                <p:sp>
                  <p:nvSpPr>
                    <p:cNvPr id="216" name="Text Box 216"/>
                    <p:cNvSpPr>
                      <a:spLocks/>
                    </p:cNvSpPr>
                    <p:nvPr/>
                  </p:nvSpPr>
                  <p:spPr>
                    <a:xfrm>
                      <a:off x="1833" y="2170"/>
                      <a:ext cx="943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folHlink"/>
                      </a:solidFill>
                      <a:round/>
                      <a:headEnd len="sm" type="none"/>
                      <a:tailEnd len="sm" type="triangle"/>
                    </a:ln>
                  </p:spPr>
                </p:sp>
                <p:sp>
                  <p:nvSpPr>
                    <p:cNvPr id="217" name="Text Box 217"/>
                    <p:cNvSpPr>
                      <a:spLocks/>
                    </p:cNvSpPr>
                    <p:nvPr/>
                  </p:nvSpPr>
                  <p:spPr>
                    <a:xfrm>
                      <a:off x="755" y="2171"/>
                      <a:ext cx="925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folHlink"/>
                      </a:solidFill>
                      <a:round/>
                      <a:headEnd len="sm" type="none"/>
                      <a:tailEnd len="sm" type="triangle"/>
                    </a:ln>
                  </p:spPr>
                </p:sp>
                <p:grpSp>
                  <p:nvGrpSpPr>
                    <p:cNvPr id="218" name="Group 218"/>
                    <p:cNvGrpSpPr>
                      <a:grpSpLocks noChangeAspect="0" noGrp="0" noMove="0" noRot="0" noSelect="0" noUngrp="0"/>
                    </p:cNvGrpSpPr>
                    <p:nvPr/>
                  </p:nvGrpSpPr>
                  <p:grpSpPr>
                    <a:xfrm>
                      <a:off x="604" y="2038"/>
                      <a:ext cx="4636" cy="265"/>
                      <a:chOff x="604" y="2038"/>
                      <a:chExt cx="4636" cy="265"/>
                    </a:xfrm>
                  </p:grpSpPr>
                  <p:sp>
                    <p:nvSpPr>
                      <p:cNvPr id="219" name="Text Box 219"/>
                      <p:cNvSpPr>
                        <a:spLocks/>
                      </p:cNvSpPr>
                      <p:nvPr/>
                    </p:nvSpPr>
                    <p:spPr>
                      <a:xfrm>
                        <a:off x="604" y="2038"/>
                        <a:ext cx="280" cy="265"/>
                      </a:xfrm>
                      <a:prstGeom prst="ellipse">
                        <a:avLst/>
                      </a:prstGeom>
                      <a:solidFill>
                        <a:srgbClr val="E6B380"/>
                      </a:solidFill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anchor="ctr" bIns="44450" lIns="90488" numCol="1" rIns="90488" tIns="44450" wrap="none"/>
                      <a:lstStyle/>
                      <a:p>
                        <a:pPr algn="ctr" indent="0" marL="0">
                          <a:spcBef>
                            <a:spcPct val="0"/>
                          </a:spcBef>
                          <a:buNone/>
                        </a:pPr>
                        <a:r>
                          <a:rPr b="1" dirty="0" lang="en-US" smtClean="0" sz="2000"/>
                          <a:t>1</a:t>
                        </a:r>
                      </a:p>
                    </p:txBody>
                  </p:sp>
                  <p:sp>
                    <p:nvSpPr>
                      <p:cNvPr id="220" name="Text Box 220"/>
                      <p:cNvSpPr>
                        <a:spLocks/>
                      </p:cNvSpPr>
                      <p:nvPr/>
                    </p:nvSpPr>
                    <p:spPr>
                      <a:xfrm>
                        <a:off x="1693" y="2038"/>
                        <a:ext cx="280" cy="265"/>
                      </a:xfrm>
                      <a:prstGeom prst="ellipse">
                        <a:avLst/>
                      </a:prstGeom>
                      <a:solidFill>
                        <a:srgbClr val="E6B380"/>
                      </a:solidFill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anchor="ctr" bIns="44450" lIns="90488" numCol="1" rIns="90488" tIns="44450" wrap="none"/>
                      <a:lstStyle/>
                      <a:p>
                        <a:pPr algn="ctr" indent="0" marL="0">
                          <a:spcBef>
                            <a:spcPct val="0"/>
                          </a:spcBef>
                          <a:buNone/>
                        </a:pPr>
                        <a:r>
                          <a:rPr b="1" dirty="0" lang="en-US" smtClean="0" sz="2000"/>
                          <a:t>2</a:t>
                        </a:r>
                      </a:p>
                    </p:txBody>
                  </p:sp>
                  <p:sp>
                    <p:nvSpPr>
                      <p:cNvPr id="221" name="Text Box 221"/>
                      <p:cNvSpPr>
                        <a:spLocks/>
                      </p:cNvSpPr>
                      <p:nvPr/>
                    </p:nvSpPr>
                    <p:spPr>
                      <a:xfrm>
                        <a:off x="2782" y="2038"/>
                        <a:ext cx="280" cy="265"/>
                      </a:xfrm>
                      <a:prstGeom prst="ellipse">
                        <a:avLst/>
                      </a:prstGeom>
                      <a:solidFill>
                        <a:srgbClr val="E6B380"/>
                      </a:solidFill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anchor="ctr" bIns="44450" lIns="90488" numCol="1" rIns="90488" tIns="44450" wrap="none"/>
                      <a:lstStyle/>
                      <a:p>
                        <a:pPr algn="ctr" indent="0" marL="0">
                          <a:spcBef>
                            <a:spcPct val="0"/>
                          </a:spcBef>
                          <a:buNone/>
                        </a:pPr>
                        <a:r>
                          <a:rPr b="1" dirty="0" lang="en-US" smtClean="0" sz="2000"/>
                          <a:t>4</a:t>
                        </a:r>
                      </a:p>
                    </p:txBody>
                  </p:sp>
                  <p:sp>
                    <p:nvSpPr>
                      <p:cNvPr id="222" name="Text Box 222"/>
                      <p:cNvSpPr>
                        <a:spLocks/>
                      </p:cNvSpPr>
                      <p:nvPr/>
                    </p:nvSpPr>
                    <p:spPr>
                      <a:xfrm>
                        <a:off x="3871" y="2038"/>
                        <a:ext cx="280" cy="265"/>
                      </a:xfrm>
                      <a:prstGeom prst="ellipse">
                        <a:avLst/>
                      </a:prstGeom>
                      <a:solidFill>
                        <a:srgbClr val="E6B380"/>
                      </a:solidFill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anchor="ctr" bIns="44450" lIns="90488" numCol="1" rIns="90488" tIns="44450" wrap="none"/>
                      <a:lstStyle/>
                      <a:p>
                        <a:pPr algn="ctr" indent="0" marL="0">
                          <a:spcBef>
                            <a:spcPct val="0"/>
                          </a:spcBef>
                          <a:buNone/>
                        </a:pPr>
                        <a:r>
                          <a:rPr b="1" dirty="0" lang="en-US" smtClean="0" sz="2000"/>
                          <a:t>6</a:t>
                        </a:r>
                      </a:p>
                    </p:txBody>
                  </p:sp>
                  <p:sp>
                    <p:nvSpPr>
                      <p:cNvPr id="223" name="Text Box 223"/>
                      <p:cNvSpPr>
                        <a:spLocks/>
                      </p:cNvSpPr>
                      <p:nvPr/>
                    </p:nvSpPr>
                    <p:spPr>
                      <a:xfrm>
                        <a:off x="4960" y="2038"/>
                        <a:ext cx="280" cy="265"/>
                      </a:xfrm>
                      <a:prstGeom prst="ellipse">
                        <a:avLst/>
                      </a:prstGeom>
                      <a:solidFill>
                        <a:srgbClr val="E6B380"/>
                      </a:solidFill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anchor="ctr" bIns="44450" lIns="90488" numCol="1" rIns="90488" tIns="44450" wrap="none"/>
                      <a:lstStyle/>
                      <a:p>
                        <a:pPr algn="ctr" indent="0" marL="0">
                          <a:spcBef>
                            <a:spcPct val="0"/>
                          </a:spcBef>
                          <a:buNone/>
                        </a:pPr>
                        <a:r>
                          <a:rPr b="1" dirty="0" lang="en-US" smtClean="0" sz="2000"/>
                          <a:t>7</a:t>
                        </a:r>
                      </a:p>
                    </p:txBody>
                  </p:sp>
                </p:grpSp>
              </p:grpSp>
              <p:sp>
                <p:nvSpPr>
                  <p:cNvPr id="224" name="Text Box 224"/>
                  <p:cNvSpPr>
                    <a:spLocks/>
                  </p:cNvSpPr>
                  <p:nvPr/>
                </p:nvSpPr>
                <p:spPr>
                  <a:xfrm>
                    <a:off x="2237" y="1353"/>
                    <a:ext cx="280" cy="265"/>
                  </a:xfrm>
                  <a:prstGeom prst="ellipse">
                    <a:avLst/>
                  </a:prstGeom>
                  <a:solidFill>
                    <a:srgbClr val="E6B380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anchor="ctr" bIns="44450" lIns="90488" numCol="1" rIns="90488" tIns="44450" wrap="none"/>
                  <a:lstStyle/>
                  <a:p>
                    <a:pPr algn="ctr" indent="0" marL="0">
                      <a:spcBef>
                        <a:spcPct val="0"/>
                      </a:spcBef>
                      <a:buNone/>
                    </a:pPr>
                    <a:r>
                      <a:rPr b="1" dirty="0" lang="en-US" smtClean="0" sz="2000"/>
                      <a:t>3</a:t>
                    </a:r>
                  </a:p>
                </p:txBody>
              </p:sp>
              <p:sp>
                <p:nvSpPr>
                  <p:cNvPr id="225" name="Text Box 225"/>
                  <p:cNvSpPr>
                    <a:spLocks/>
                  </p:cNvSpPr>
                  <p:nvPr/>
                </p:nvSpPr>
                <p:spPr>
                  <a:xfrm>
                    <a:off x="3326" y="2721"/>
                    <a:ext cx="280" cy="265"/>
                  </a:xfrm>
                  <a:prstGeom prst="ellipse">
                    <a:avLst/>
                  </a:prstGeom>
                  <a:solidFill>
                    <a:srgbClr val="E6B380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anchor="ctr" bIns="44450" lIns="90488" numCol="1" rIns="90488" tIns="44450" wrap="none"/>
                  <a:lstStyle/>
                  <a:p>
                    <a:pPr algn="ctr" indent="0" marL="0">
                      <a:spcBef>
                        <a:spcPct val="0"/>
                      </a:spcBef>
                      <a:buNone/>
                    </a:pPr>
                    <a:r>
                      <a:rPr b="1" dirty="0" lang="en-US" smtClean="0" sz="2000"/>
                      <a:t>5</a:t>
                    </a:r>
                  </a:p>
                </p:txBody>
              </p:sp>
            </p:grpSp>
            <p:sp>
              <p:nvSpPr>
                <p:cNvPr id="226" name="Text Box 226"/>
                <p:cNvSpPr>
                  <a:spLocks/>
                </p:cNvSpPr>
                <p:nvPr/>
              </p:nvSpPr>
              <p:spPr>
                <a:xfrm>
                  <a:off x="1301" y="1483"/>
                  <a:ext cx="862" cy="4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bIns="44450" lIns="90488" numCol="1" rIns="90488" tIns="44450">
                  <a:spAutoFit/>
                </a:bodyPr>
                <a:lstStyle/>
                <a:p>
                  <a:pPr indent="0" marL="0">
                    <a:spcBef>
                      <a:spcPct val="50000"/>
                    </a:spcBef>
                    <a:buNone/>
                  </a:pPr>
                  <a:r>
                    <a:rPr b="1" dirty="0" lang="en-US" smtClean="0" sz="1600"/>
                    <a:t>Lay foundation</a:t>
                  </a:r>
                </a:p>
              </p:txBody>
            </p:sp>
            <p:sp>
              <p:nvSpPr>
                <p:cNvPr id="227" name="Text Box 227"/>
                <p:cNvSpPr>
                  <a:spLocks/>
                </p:cNvSpPr>
                <p:nvPr/>
              </p:nvSpPr>
              <p:spPr>
                <a:xfrm>
                  <a:off x="810" y="2218"/>
                  <a:ext cx="973" cy="5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bIns="44450" lIns="90488" numCol="1" rIns="90488" tIns="44450">
                  <a:spAutoFit/>
                </a:bodyPr>
                <a:lstStyle/>
                <a:p>
                  <a:pPr indent="0" marL="0">
                    <a:spcBef>
                      <a:spcPct val="50000"/>
                    </a:spcBef>
                    <a:buNone/>
                  </a:pPr>
                  <a:r>
                    <a:rPr b="1" dirty="0" lang="en-US" smtClean="0" sz="1600"/>
                    <a:t>Design house and obtain financing</a:t>
                  </a:r>
                </a:p>
              </p:txBody>
            </p:sp>
            <p:sp>
              <p:nvSpPr>
                <p:cNvPr id="228" name="Text Box 228"/>
                <p:cNvSpPr>
                  <a:spLocks/>
                </p:cNvSpPr>
                <p:nvPr/>
              </p:nvSpPr>
              <p:spPr>
                <a:xfrm>
                  <a:off x="1900" y="2218"/>
                  <a:ext cx="770" cy="5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bIns="44450" lIns="90488" numCol="1" rIns="90488" tIns="44450">
                  <a:spAutoFit/>
                </a:bodyPr>
                <a:lstStyle/>
                <a:p>
                  <a:pPr indent="0" marL="0">
                    <a:spcBef>
                      <a:spcPct val="50000"/>
                    </a:spcBef>
                    <a:buNone/>
                  </a:pPr>
                  <a:r>
                    <a:rPr b="1" dirty="0" lang="en-US" smtClean="0" sz="1600"/>
                    <a:t>Order and receive materials</a:t>
                  </a:r>
                </a:p>
              </p:txBody>
            </p:sp>
            <p:sp>
              <p:nvSpPr>
                <p:cNvPr id="229" name="Text Box 229"/>
                <p:cNvSpPr>
                  <a:spLocks/>
                </p:cNvSpPr>
                <p:nvPr/>
              </p:nvSpPr>
              <p:spPr>
                <a:xfrm>
                  <a:off x="2560" y="1483"/>
                  <a:ext cx="699" cy="2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bIns="44450" lIns="90488" numCol="1" rIns="90488" tIns="44450">
                  <a:spAutoFit/>
                </a:bodyPr>
                <a:lstStyle/>
                <a:p>
                  <a:pPr indent="0" marL="0">
                    <a:spcBef>
                      <a:spcPct val="50000"/>
                    </a:spcBef>
                    <a:buNone/>
                  </a:pPr>
                  <a:r>
                    <a:rPr b="1" dirty="0" lang="en-US" smtClean="0" sz="1600"/>
                    <a:t>Dummy</a:t>
                  </a:r>
                </a:p>
              </p:txBody>
            </p:sp>
            <p:sp>
              <p:nvSpPr>
                <p:cNvPr id="230" name="Text Box 230"/>
                <p:cNvSpPr>
                  <a:spLocks/>
                </p:cNvSpPr>
                <p:nvPr/>
              </p:nvSpPr>
              <p:spPr>
                <a:xfrm>
                  <a:off x="4232" y="1758"/>
                  <a:ext cx="618" cy="4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bIns="44450" lIns="90488" numCol="1" rIns="90488" tIns="44450">
                  <a:spAutoFit/>
                </a:bodyPr>
                <a:lstStyle/>
                <a:p>
                  <a:pPr indent="0" marL="0">
                    <a:spcBef>
                      <a:spcPct val="50000"/>
                    </a:spcBef>
                    <a:buNone/>
                  </a:pPr>
                  <a:r>
                    <a:rPr b="1" dirty="0" lang="en-US" smtClean="0" sz="1600"/>
                    <a:t>Finish work</a:t>
                  </a:r>
                </a:p>
              </p:txBody>
            </p:sp>
            <p:sp>
              <p:nvSpPr>
                <p:cNvPr id="231" name="Text Box 231"/>
                <p:cNvSpPr>
                  <a:spLocks/>
                </p:cNvSpPr>
                <p:nvPr/>
              </p:nvSpPr>
              <p:spPr>
                <a:xfrm>
                  <a:off x="3790" y="2407"/>
                  <a:ext cx="699" cy="4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bIns="44450" lIns="90488" numCol="1" rIns="90488" tIns="44450">
                  <a:spAutoFit/>
                </a:bodyPr>
                <a:lstStyle/>
                <a:p>
                  <a:pPr indent="0" marL="0">
                    <a:spcBef>
                      <a:spcPct val="50000"/>
                    </a:spcBef>
                    <a:buNone/>
                  </a:pPr>
                  <a:r>
                    <a:rPr b="1" dirty="0" lang="en-US" smtClean="0" sz="1600"/>
                    <a:t>Select carpet</a:t>
                  </a:r>
                </a:p>
              </p:txBody>
            </p:sp>
            <p:sp>
              <p:nvSpPr>
                <p:cNvPr id="232" name="Text Box 232"/>
                <p:cNvSpPr>
                  <a:spLocks/>
                </p:cNvSpPr>
                <p:nvPr/>
              </p:nvSpPr>
              <p:spPr>
                <a:xfrm>
                  <a:off x="2654" y="2407"/>
                  <a:ext cx="628" cy="4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bIns="44450" lIns="90488" numCol="1" rIns="90488" tIns="44450">
                  <a:spAutoFit/>
                </a:bodyPr>
                <a:lstStyle/>
                <a:p>
                  <a:pPr indent="0" marL="0">
                    <a:spcBef>
                      <a:spcPct val="50000"/>
                    </a:spcBef>
                    <a:buNone/>
                  </a:pPr>
                  <a:r>
                    <a:rPr b="1" dirty="0" lang="en-US" smtClean="0" sz="1600"/>
                    <a:t>Select paint</a:t>
                  </a:r>
                </a:p>
              </p:txBody>
            </p:sp>
            <p:sp>
              <p:nvSpPr>
                <p:cNvPr id="233" name="Text Box 233"/>
                <p:cNvSpPr>
                  <a:spLocks/>
                </p:cNvSpPr>
                <p:nvPr/>
              </p:nvSpPr>
              <p:spPr>
                <a:xfrm>
                  <a:off x="3147" y="1758"/>
                  <a:ext cx="627" cy="4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bIns="44450" lIns="90488" numCol="1" rIns="90488" tIns="44450">
                  <a:spAutoFit/>
                </a:bodyPr>
                <a:lstStyle/>
                <a:p>
                  <a:pPr indent="0" marL="0">
                    <a:spcBef>
                      <a:spcPct val="50000"/>
                    </a:spcBef>
                    <a:buNone/>
                  </a:pPr>
                  <a:r>
                    <a:rPr b="1" dirty="0" lang="en-US" smtClean="0" sz="1600"/>
                    <a:t>Build house</a:t>
                  </a:r>
                </a:p>
              </p:txBody>
            </p:sp>
          </p:grpSp>
        </p:grpSp>
      </p:grpSp>
      <p:sp>
        <p:nvSpPr>
          <p:cNvPr id="234" name="Text Box 234"/>
          <p:cNvSpPr txBox="1">
            <a:spLocks/>
          </p:cNvSpPr>
          <p:nvPr/>
        </p:nvSpPr>
        <p:spPr>
          <a:xfrm>
            <a:off x="309562" y="3124200"/>
            <a:ext cx="8458200" cy="579437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b="1" dirty="0" lang="en-US" smtClean="0" sz="3200">
                <a:solidFill>
                  <a:schemeClr val="tx2"/>
                </a:solidFill>
              </a:rPr>
              <a:t>AON Project Network for House</a:t>
            </a:r>
          </a:p>
        </p:txBody>
      </p:sp>
      <p:grpSp>
        <p:nvGrpSpPr>
          <p:cNvPr id="236" name="Group 236"/>
          <p:cNvGrpSpPr>
            <a:grpSpLocks noChangeAspect="0" noGrp="0" noMove="0" noRot="0" noSelect="0" noUngrp="0"/>
          </p:cNvGrpSpPr>
          <p:nvPr/>
        </p:nvGrpSpPr>
        <p:grpSpPr>
          <a:xfrm>
            <a:off x="457200" y="3581400"/>
            <a:ext cx="8686800" cy="2943225"/>
            <a:chOff x="528" y="1440"/>
            <a:chExt cx="5040" cy="2304"/>
          </a:xfrm>
        </p:grpSpPr>
        <p:sp>
          <p:nvSpPr>
            <p:cNvPr id="237" name="Text Box 237"/>
            <p:cNvSpPr>
              <a:spLocks/>
            </p:cNvSpPr>
            <p:nvPr/>
          </p:nvSpPr>
          <p:spPr>
            <a:xfrm>
              <a:off x="528" y="1440"/>
              <a:ext cx="4800" cy="230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grpSp>
          <p:nvGrpSpPr>
            <p:cNvPr id="238" name="Group 238"/>
            <p:cNvGrpSpPr>
              <a:grpSpLocks noChangeAspect="0" noGrp="0" noMove="0" noRot="0" noSelect="0" noUngrp="0"/>
            </p:cNvGrpSpPr>
            <p:nvPr/>
          </p:nvGrpSpPr>
          <p:grpSpPr>
            <a:xfrm>
              <a:off x="1440" y="2256"/>
              <a:ext cx="433" cy="503"/>
              <a:chOff x="672" y="1920"/>
              <a:chExt cx="433" cy="503"/>
            </a:xfrm>
          </p:grpSpPr>
          <p:grpSp>
            <p:nvGrpSpPr>
              <p:cNvPr id="239" name="Group 239"/>
              <p:cNvGrpSpPr>
                <a:grpSpLocks noChangeAspect="0" noGrp="0" noMove="0" noRot="0" noSelect="0" noUngrp="0"/>
              </p:cNvGrpSpPr>
              <p:nvPr/>
            </p:nvGrpSpPr>
            <p:grpSpPr>
              <a:xfrm>
                <a:off x="672" y="1920"/>
                <a:ext cx="433" cy="432"/>
                <a:chOff x="672" y="1920"/>
                <a:chExt cx="433" cy="432"/>
              </a:xfrm>
            </p:grpSpPr>
            <p:sp>
              <p:nvSpPr>
                <p:cNvPr id="240" name="Text Box 240"/>
                <p:cNvSpPr>
                  <a:spLocks/>
                </p:cNvSpPr>
                <p:nvPr/>
              </p:nvSpPr>
              <p:spPr>
                <a:xfrm>
                  <a:off x="672" y="1920"/>
                  <a:ext cx="432" cy="429"/>
                </a:xfrm>
                <a:prstGeom prst="ellipse">
                  <a:avLst/>
                </a:prstGeom>
                <a:solidFill>
                  <a:srgbClr val="FFCC99"/>
                </a:solidFill>
                <a:ln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>
                    <a:schemeClr val="tx2">
                      <a:alpha val="50000"/>
                    </a:schemeClr>
                  </a:outerShdw>
                </a:effectLst>
              </p:spPr>
              <p:txBody>
                <a:bodyPr anchor="ctr" numCol="1" wrap="none"/>
                <a:lstStyle/>
                <a:p>
                  <a:endParaRPr/>
                </a:p>
              </p:txBody>
            </p:sp>
            <p:sp>
              <p:nvSpPr>
                <p:cNvPr id="241" name="Text Box 241"/>
                <p:cNvSpPr>
                  <a:spLocks/>
                </p:cNvSpPr>
                <p:nvPr/>
              </p:nvSpPr>
              <p:spPr>
                <a:xfrm>
                  <a:off x="673" y="2136"/>
                  <a:ext cx="432" cy="0"/>
                </a:xfrm>
                <a:prstGeom prst="line">
                  <a:avLst/>
                </a:prstGeom>
                <a:noFill/>
                <a:ln>
                  <a:solidFill>
                    <a:schemeClr val="tx1"/>
                  </a:solidFill>
                  <a:miter lim="800000"/>
                  <a:headEnd/>
                  <a:tailEnd/>
                </a:ln>
              </p:spPr>
            </p:sp>
          </p:grpSp>
          <p:sp>
            <p:nvSpPr>
              <p:cNvPr id="242" name="Text Box 242"/>
              <p:cNvSpPr txBox="1">
                <a:spLocks/>
              </p:cNvSpPr>
              <p:nvPr/>
            </p:nvSpPr>
            <p:spPr>
              <a:xfrm>
                <a:off x="767" y="1920"/>
                <a:ext cx="241" cy="3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>
                    <a:solidFill>
                      <a:srgbClr val="FF3300"/>
                    </a:solidFill>
                  </a:rPr>
                  <a:t>1</a:t>
                </a:r>
              </a:p>
            </p:txBody>
          </p:sp>
          <p:sp>
            <p:nvSpPr>
              <p:cNvPr id="243" name="Text Box 243"/>
              <p:cNvSpPr txBox="1">
                <a:spLocks/>
              </p:cNvSpPr>
              <p:nvPr/>
            </p:nvSpPr>
            <p:spPr>
              <a:xfrm>
                <a:off x="767" y="2112"/>
                <a:ext cx="241" cy="3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/>
                  <a:t>3</a:t>
                </a:r>
              </a:p>
            </p:txBody>
          </p:sp>
        </p:grpSp>
        <p:grpSp>
          <p:nvGrpSpPr>
            <p:cNvPr id="244" name="Group 244"/>
            <p:cNvGrpSpPr>
              <a:grpSpLocks noChangeAspect="0" noGrp="0" noMove="0" noRot="0" noSelect="0" noUngrp="0"/>
            </p:cNvGrpSpPr>
            <p:nvPr/>
          </p:nvGrpSpPr>
          <p:grpSpPr>
            <a:xfrm>
              <a:off x="2304" y="1728"/>
              <a:ext cx="433" cy="502"/>
              <a:chOff x="672" y="1920"/>
              <a:chExt cx="433" cy="502"/>
            </a:xfrm>
          </p:grpSpPr>
          <p:grpSp>
            <p:nvGrpSpPr>
              <p:cNvPr id="245" name="Group 245"/>
              <p:cNvGrpSpPr>
                <a:grpSpLocks noChangeAspect="0" noGrp="0" noMove="0" noRot="0" noSelect="0" noUngrp="0"/>
              </p:cNvGrpSpPr>
              <p:nvPr/>
            </p:nvGrpSpPr>
            <p:grpSpPr>
              <a:xfrm>
                <a:off x="672" y="1920"/>
                <a:ext cx="433" cy="432"/>
                <a:chOff x="672" y="1920"/>
                <a:chExt cx="433" cy="432"/>
              </a:xfrm>
            </p:grpSpPr>
            <p:sp>
              <p:nvSpPr>
                <p:cNvPr id="246" name="Text Box 246"/>
                <p:cNvSpPr>
                  <a:spLocks/>
                </p:cNvSpPr>
                <p:nvPr/>
              </p:nvSpPr>
              <p:spPr>
                <a:xfrm>
                  <a:off x="672" y="1920"/>
                  <a:ext cx="432" cy="432"/>
                </a:xfrm>
                <a:prstGeom prst="ellipse">
                  <a:avLst/>
                </a:prstGeom>
                <a:solidFill>
                  <a:srgbClr val="FFCC99"/>
                </a:solidFill>
                <a:ln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>
                    <a:schemeClr val="tx2">
                      <a:alpha val="50000"/>
                    </a:schemeClr>
                  </a:outerShdw>
                </a:effectLst>
              </p:spPr>
              <p:txBody>
                <a:bodyPr anchor="ctr" numCol="1" wrap="none"/>
                <a:lstStyle/>
                <a:p>
                  <a:endParaRPr/>
                </a:p>
              </p:txBody>
            </p:sp>
            <p:sp>
              <p:nvSpPr>
                <p:cNvPr id="247" name="Text Box 247"/>
                <p:cNvSpPr>
                  <a:spLocks/>
                </p:cNvSpPr>
                <p:nvPr/>
              </p:nvSpPr>
              <p:spPr>
                <a:xfrm>
                  <a:off x="673" y="2136"/>
                  <a:ext cx="432" cy="0"/>
                </a:xfrm>
                <a:prstGeom prst="line">
                  <a:avLst/>
                </a:prstGeom>
                <a:noFill/>
                <a:ln>
                  <a:solidFill>
                    <a:schemeClr val="tx1"/>
                  </a:solidFill>
                  <a:miter lim="800000"/>
                  <a:headEnd/>
                  <a:tailEnd/>
                </a:ln>
              </p:spPr>
            </p:sp>
          </p:grpSp>
          <p:sp>
            <p:nvSpPr>
              <p:cNvPr id="248" name="Text Box 248"/>
              <p:cNvSpPr txBox="1">
                <a:spLocks/>
              </p:cNvSpPr>
              <p:nvPr/>
            </p:nvSpPr>
            <p:spPr>
              <a:xfrm>
                <a:off x="767" y="1920"/>
                <a:ext cx="241" cy="3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>
                    <a:solidFill>
                      <a:srgbClr val="FF3300"/>
                    </a:solidFill>
                  </a:rPr>
                  <a:t>2</a:t>
                </a:r>
              </a:p>
            </p:txBody>
          </p:sp>
          <p:sp>
            <p:nvSpPr>
              <p:cNvPr id="249" name="Text Box 249"/>
              <p:cNvSpPr txBox="1">
                <a:spLocks/>
              </p:cNvSpPr>
              <p:nvPr/>
            </p:nvSpPr>
            <p:spPr>
              <a:xfrm>
                <a:off x="767" y="2112"/>
                <a:ext cx="241" cy="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/>
                  <a:t>2</a:t>
                </a:r>
              </a:p>
            </p:txBody>
          </p:sp>
        </p:grpSp>
        <p:grpSp>
          <p:nvGrpSpPr>
            <p:cNvPr id="250" name="Group 250"/>
            <p:cNvGrpSpPr>
              <a:grpSpLocks noChangeAspect="0" noGrp="0" noMove="0" noRot="0" noSelect="0" noUngrp="0"/>
            </p:cNvGrpSpPr>
            <p:nvPr/>
          </p:nvGrpSpPr>
          <p:grpSpPr>
            <a:xfrm>
              <a:off x="3552" y="1680"/>
              <a:ext cx="433" cy="503"/>
              <a:chOff x="672" y="1920"/>
              <a:chExt cx="433" cy="503"/>
            </a:xfrm>
          </p:grpSpPr>
          <p:grpSp>
            <p:nvGrpSpPr>
              <p:cNvPr id="251" name="Group 251"/>
              <p:cNvGrpSpPr>
                <a:grpSpLocks noChangeAspect="0" noGrp="0" noMove="0" noRot="0" noSelect="0" noUngrp="0"/>
              </p:cNvGrpSpPr>
              <p:nvPr/>
            </p:nvGrpSpPr>
            <p:grpSpPr>
              <a:xfrm>
                <a:off x="672" y="1920"/>
                <a:ext cx="433" cy="432"/>
                <a:chOff x="672" y="1920"/>
                <a:chExt cx="433" cy="432"/>
              </a:xfrm>
            </p:grpSpPr>
            <p:sp>
              <p:nvSpPr>
                <p:cNvPr id="252" name="Text Box 252"/>
                <p:cNvSpPr>
                  <a:spLocks/>
                </p:cNvSpPr>
                <p:nvPr/>
              </p:nvSpPr>
              <p:spPr>
                <a:xfrm>
                  <a:off x="672" y="1920"/>
                  <a:ext cx="432" cy="432"/>
                </a:xfrm>
                <a:prstGeom prst="ellipse">
                  <a:avLst/>
                </a:prstGeom>
                <a:solidFill>
                  <a:srgbClr val="FFCC99"/>
                </a:solidFill>
                <a:ln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>
                    <a:schemeClr val="tx2">
                      <a:alpha val="50000"/>
                    </a:schemeClr>
                  </a:outerShdw>
                </a:effectLst>
              </p:spPr>
              <p:txBody>
                <a:bodyPr anchor="ctr" numCol="1" wrap="none"/>
                <a:lstStyle/>
                <a:p>
                  <a:endParaRPr/>
                </a:p>
              </p:txBody>
            </p:sp>
            <p:sp>
              <p:nvSpPr>
                <p:cNvPr id="253" name="Text Box 253"/>
                <p:cNvSpPr>
                  <a:spLocks/>
                </p:cNvSpPr>
                <p:nvPr/>
              </p:nvSpPr>
              <p:spPr>
                <a:xfrm>
                  <a:off x="673" y="2136"/>
                  <a:ext cx="432" cy="0"/>
                </a:xfrm>
                <a:prstGeom prst="line">
                  <a:avLst/>
                </a:prstGeom>
                <a:noFill/>
                <a:ln>
                  <a:solidFill>
                    <a:schemeClr val="tx1"/>
                  </a:solidFill>
                  <a:miter lim="800000"/>
                  <a:headEnd/>
                  <a:tailEnd/>
                </a:ln>
              </p:spPr>
            </p:sp>
          </p:grpSp>
          <p:sp>
            <p:nvSpPr>
              <p:cNvPr id="254" name="Text Box 254"/>
              <p:cNvSpPr txBox="1">
                <a:spLocks/>
              </p:cNvSpPr>
              <p:nvPr/>
            </p:nvSpPr>
            <p:spPr>
              <a:xfrm>
                <a:off x="767" y="1920"/>
                <a:ext cx="241" cy="3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>
                    <a:solidFill>
                      <a:srgbClr val="FF3300"/>
                    </a:solidFill>
                  </a:rPr>
                  <a:t>4</a:t>
                </a:r>
              </a:p>
            </p:txBody>
          </p:sp>
          <p:sp>
            <p:nvSpPr>
              <p:cNvPr id="255" name="Text Box 255"/>
              <p:cNvSpPr txBox="1">
                <a:spLocks/>
              </p:cNvSpPr>
              <p:nvPr/>
            </p:nvSpPr>
            <p:spPr>
              <a:xfrm>
                <a:off x="767" y="2112"/>
                <a:ext cx="241" cy="3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/>
                  <a:t>3</a:t>
                </a:r>
              </a:p>
            </p:txBody>
          </p:sp>
        </p:grpSp>
        <p:grpSp>
          <p:nvGrpSpPr>
            <p:cNvPr id="256" name="Group 256"/>
            <p:cNvGrpSpPr>
              <a:grpSpLocks noChangeAspect="0" noGrp="0" noMove="0" noRot="0" noSelect="0" noUngrp="0"/>
            </p:cNvGrpSpPr>
            <p:nvPr/>
          </p:nvGrpSpPr>
          <p:grpSpPr>
            <a:xfrm>
              <a:off x="2256" y="2784"/>
              <a:ext cx="433" cy="503"/>
              <a:chOff x="672" y="1920"/>
              <a:chExt cx="433" cy="503"/>
            </a:xfrm>
          </p:grpSpPr>
          <p:grpSp>
            <p:nvGrpSpPr>
              <p:cNvPr id="257" name="Group 257"/>
              <p:cNvGrpSpPr>
                <a:grpSpLocks noChangeAspect="0" noGrp="0" noMove="0" noRot="0" noSelect="0" noUngrp="0"/>
              </p:cNvGrpSpPr>
              <p:nvPr/>
            </p:nvGrpSpPr>
            <p:grpSpPr>
              <a:xfrm>
                <a:off x="672" y="1920"/>
                <a:ext cx="433" cy="432"/>
                <a:chOff x="672" y="1920"/>
                <a:chExt cx="433" cy="432"/>
              </a:xfrm>
            </p:grpSpPr>
            <p:sp>
              <p:nvSpPr>
                <p:cNvPr id="258" name="Text Box 258"/>
                <p:cNvSpPr>
                  <a:spLocks/>
                </p:cNvSpPr>
                <p:nvPr/>
              </p:nvSpPr>
              <p:spPr>
                <a:xfrm>
                  <a:off x="672" y="1923"/>
                  <a:ext cx="432" cy="429"/>
                </a:xfrm>
                <a:prstGeom prst="ellipse">
                  <a:avLst/>
                </a:prstGeom>
                <a:solidFill>
                  <a:srgbClr val="FFCC99"/>
                </a:solidFill>
                <a:ln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>
                    <a:schemeClr val="tx2">
                      <a:alpha val="50000"/>
                    </a:schemeClr>
                  </a:outerShdw>
                </a:effectLst>
              </p:spPr>
              <p:txBody>
                <a:bodyPr anchor="ctr" numCol="1" wrap="none"/>
                <a:lstStyle/>
                <a:p>
                  <a:endParaRPr/>
                </a:p>
              </p:txBody>
            </p:sp>
            <p:sp>
              <p:nvSpPr>
                <p:cNvPr id="259" name="Text Box 259"/>
                <p:cNvSpPr>
                  <a:spLocks/>
                </p:cNvSpPr>
                <p:nvPr/>
              </p:nvSpPr>
              <p:spPr>
                <a:xfrm>
                  <a:off x="673" y="2136"/>
                  <a:ext cx="432" cy="0"/>
                </a:xfrm>
                <a:prstGeom prst="line">
                  <a:avLst/>
                </a:prstGeom>
                <a:noFill/>
                <a:ln>
                  <a:solidFill>
                    <a:schemeClr val="tx1"/>
                  </a:solidFill>
                  <a:miter lim="800000"/>
                  <a:headEnd/>
                  <a:tailEnd/>
                </a:ln>
              </p:spPr>
            </p:sp>
          </p:grpSp>
          <p:sp>
            <p:nvSpPr>
              <p:cNvPr id="260" name="Text Box 260"/>
              <p:cNvSpPr txBox="1">
                <a:spLocks/>
              </p:cNvSpPr>
              <p:nvPr/>
            </p:nvSpPr>
            <p:spPr>
              <a:xfrm>
                <a:off x="768" y="1921"/>
                <a:ext cx="241" cy="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>
                    <a:solidFill>
                      <a:srgbClr val="FF3300"/>
                    </a:solidFill>
                  </a:rPr>
                  <a:t>3</a:t>
                </a:r>
              </a:p>
            </p:txBody>
          </p:sp>
          <p:sp>
            <p:nvSpPr>
              <p:cNvPr id="261" name="Text Box 261"/>
              <p:cNvSpPr txBox="1">
                <a:spLocks/>
              </p:cNvSpPr>
              <p:nvPr/>
            </p:nvSpPr>
            <p:spPr>
              <a:xfrm>
                <a:off x="768" y="2112"/>
                <a:ext cx="241" cy="3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/>
                  <a:t>1</a:t>
                </a:r>
              </a:p>
            </p:txBody>
          </p:sp>
        </p:grpSp>
        <p:grpSp>
          <p:nvGrpSpPr>
            <p:cNvPr id="262" name="Group 262"/>
            <p:cNvGrpSpPr>
              <a:grpSpLocks noChangeAspect="0" noGrp="0" noMove="0" noRot="0" noSelect="0" noUngrp="0"/>
            </p:cNvGrpSpPr>
            <p:nvPr/>
          </p:nvGrpSpPr>
          <p:grpSpPr>
            <a:xfrm>
              <a:off x="3168" y="2928"/>
              <a:ext cx="433" cy="503"/>
              <a:chOff x="672" y="1920"/>
              <a:chExt cx="433" cy="503"/>
            </a:xfrm>
          </p:grpSpPr>
          <p:grpSp>
            <p:nvGrpSpPr>
              <p:cNvPr id="263" name="Group 263"/>
              <p:cNvGrpSpPr>
                <a:grpSpLocks noChangeAspect="0" noGrp="0" noMove="0" noRot="0" noSelect="0" noUngrp="0"/>
              </p:cNvGrpSpPr>
              <p:nvPr/>
            </p:nvGrpSpPr>
            <p:grpSpPr>
              <a:xfrm>
                <a:off x="672" y="1920"/>
                <a:ext cx="433" cy="432"/>
                <a:chOff x="672" y="1920"/>
                <a:chExt cx="433" cy="432"/>
              </a:xfrm>
            </p:grpSpPr>
            <p:sp>
              <p:nvSpPr>
                <p:cNvPr id="264" name="Text Box 264"/>
                <p:cNvSpPr>
                  <a:spLocks/>
                </p:cNvSpPr>
                <p:nvPr/>
              </p:nvSpPr>
              <p:spPr>
                <a:xfrm>
                  <a:off x="672" y="1920"/>
                  <a:ext cx="432" cy="432"/>
                </a:xfrm>
                <a:prstGeom prst="ellipse">
                  <a:avLst/>
                </a:prstGeom>
                <a:solidFill>
                  <a:srgbClr val="FFCC99"/>
                </a:solidFill>
                <a:ln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>
                    <a:schemeClr val="tx2">
                      <a:alpha val="50000"/>
                    </a:schemeClr>
                  </a:outerShdw>
                </a:effectLst>
              </p:spPr>
              <p:txBody>
                <a:bodyPr anchor="ctr" numCol="1" wrap="none"/>
                <a:lstStyle/>
                <a:p>
                  <a:endParaRPr/>
                </a:p>
              </p:txBody>
            </p:sp>
            <p:sp>
              <p:nvSpPr>
                <p:cNvPr id="265" name="Text Box 265"/>
                <p:cNvSpPr>
                  <a:spLocks/>
                </p:cNvSpPr>
                <p:nvPr/>
              </p:nvSpPr>
              <p:spPr>
                <a:xfrm>
                  <a:off x="673" y="2136"/>
                  <a:ext cx="432" cy="0"/>
                </a:xfrm>
                <a:prstGeom prst="line">
                  <a:avLst/>
                </a:prstGeom>
                <a:noFill/>
                <a:ln>
                  <a:solidFill>
                    <a:schemeClr val="tx1"/>
                  </a:solidFill>
                  <a:miter lim="800000"/>
                  <a:headEnd/>
                  <a:tailEnd/>
                </a:ln>
              </p:spPr>
            </p:sp>
          </p:grpSp>
          <p:sp>
            <p:nvSpPr>
              <p:cNvPr id="266" name="Text Box 266"/>
              <p:cNvSpPr txBox="1">
                <a:spLocks/>
              </p:cNvSpPr>
              <p:nvPr/>
            </p:nvSpPr>
            <p:spPr>
              <a:xfrm>
                <a:off x="768" y="1920"/>
                <a:ext cx="240" cy="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>
                    <a:solidFill>
                      <a:srgbClr val="FF3300"/>
                    </a:solidFill>
                  </a:rPr>
                  <a:t>5</a:t>
                </a:r>
              </a:p>
            </p:txBody>
          </p:sp>
          <p:sp>
            <p:nvSpPr>
              <p:cNvPr id="267" name="Text Box 267"/>
              <p:cNvSpPr txBox="1">
                <a:spLocks/>
              </p:cNvSpPr>
              <p:nvPr/>
            </p:nvSpPr>
            <p:spPr>
              <a:xfrm>
                <a:off x="768" y="2112"/>
                <a:ext cx="240" cy="3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/>
                  <a:t>1</a:t>
                </a:r>
              </a:p>
            </p:txBody>
          </p:sp>
        </p:grpSp>
        <p:grpSp>
          <p:nvGrpSpPr>
            <p:cNvPr id="268" name="Group 268"/>
            <p:cNvGrpSpPr>
              <a:grpSpLocks noChangeAspect="0" noGrp="0" noMove="0" noRot="0" noSelect="0" noUngrp="0"/>
            </p:cNvGrpSpPr>
            <p:nvPr/>
          </p:nvGrpSpPr>
          <p:grpSpPr>
            <a:xfrm>
              <a:off x="4032" y="2736"/>
              <a:ext cx="433" cy="502"/>
              <a:chOff x="672" y="1920"/>
              <a:chExt cx="433" cy="502"/>
            </a:xfrm>
          </p:grpSpPr>
          <p:grpSp>
            <p:nvGrpSpPr>
              <p:cNvPr id="269" name="Group 269"/>
              <p:cNvGrpSpPr>
                <a:grpSpLocks noChangeAspect="0" noGrp="0" noMove="0" noRot="0" noSelect="0" noUngrp="0"/>
              </p:cNvGrpSpPr>
              <p:nvPr/>
            </p:nvGrpSpPr>
            <p:grpSpPr>
              <a:xfrm>
                <a:off x="672" y="1920"/>
                <a:ext cx="433" cy="432"/>
                <a:chOff x="672" y="1920"/>
                <a:chExt cx="433" cy="432"/>
              </a:xfrm>
            </p:grpSpPr>
            <p:sp>
              <p:nvSpPr>
                <p:cNvPr id="270" name="Text Box 270"/>
                <p:cNvSpPr>
                  <a:spLocks/>
                </p:cNvSpPr>
                <p:nvPr/>
              </p:nvSpPr>
              <p:spPr>
                <a:xfrm>
                  <a:off x="672" y="1920"/>
                  <a:ext cx="432" cy="432"/>
                </a:xfrm>
                <a:prstGeom prst="ellipse">
                  <a:avLst/>
                </a:prstGeom>
                <a:solidFill>
                  <a:srgbClr val="FFCC99"/>
                </a:solidFill>
                <a:ln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>
                    <a:schemeClr val="tx2">
                      <a:alpha val="50000"/>
                    </a:schemeClr>
                  </a:outerShdw>
                </a:effectLst>
              </p:spPr>
              <p:txBody>
                <a:bodyPr anchor="ctr" numCol="1" wrap="none"/>
                <a:lstStyle/>
                <a:p>
                  <a:endParaRPr/>
                </a:p>
              </p:txBody>
            </p:sp>
            <p:sp>
              <p:nvSpPr>
                <p:cNvPr id="271" name="Text Box 271"/>
                <p:cNvSpPr>
                  <a:spLocks/>
                </p:cNvSpPr>
                <p:nvPr/>
              </p:nvSpPr>
              <p:spPr>
                <a:xfrm>
                  <a:off x="673" y="2136"/>
                  <a:ext cx="432" cy="0"/>
                </a:xfrm>
                <a:prstGeom prst="line">
                  <a:avLst/>
                </a:prstGeom>
                <a:noFill/>
                <a:ln>
                  <a:solidFill>
                    <a:schemeClr val="tx1"/>
                  </a:solidFill>
                  <a:miter lim="800000"/>
                  <a:headEnd/>
                  <a:tailEnd/>
                </a:ln>
              </p:spPr>
            </p:sp>
          </p:grpSp>
          <p:sp>
            <p:nvSpPr>
              <p:cNvPr id="272" name="Text Box 272"/>
              <p:cNvSpPr txBox="1">
                <a:spLocks/>
              </p:cNvSpPr>
              <p:nvPr/>
            </p:nvSpPr>
            <p:spPr>
              <a:xfrm>
                <a:off x="768" y="1920"/>
                <a:ext cx="240" cy="3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>
                    <a:solidFill>
                      <a:srgbClr val="FF3300"/>
                    </a:solidFill>
                  </a:rPr>
                  <a:t>6</a:t>
                </a:r>
              </a:p>
            </p:txBody>
          </p:sp>
          <p:sp>
            <p:nvSpPr>
              <p:cNvPr id="273" name="Text Box 273"/>
              <p:cNvSpPr txBox="1">
                <a:spLocks/>
              </p:cNvSpPr>
              <p:nvPr/>
            </p:nvSpPr>
            <p:spPr>
              <a:xfrm>
                <a:off x="768" y="2112"/>
                <a:ext cx="240" cy="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/>
                  <a:t>1</a:t>
                </a:r>
              </a:p>
            </p:txBody>
          </p:sp>
        </p:grpSp>
        <p:grpSp>
          <p:nvGrpSpPr>
            <p:cNvPr id="274" name="Group 274"/>
            <p:cNvGrpSpPr>
              <a:grpSpLocks noChangeAspect="0" noGrp="0" noMove="0" noRot="0" noSelect="0" noUngrp="0"/>
            </p:cNvGrpSpPr>
            <p:nvPr/>
          </p:nvGrpSpPr>
          <p:grpSpPr>
            <a:xfrm>
              <a:off x="4752" y="2112"/>
              <a:ext cx="433" cy="502"/>
              <a:chOff x="672" y="1920"/>
              <a:chExt cx="433" cy="502"/>
            </a:xfrm>
          </p:grpSpPr>
          <p:grpSp>
            <p:nvGrpSpPr>
              <p:cNvPr id="275" name="Group 275"/>
              <p:cNvGrpSpPr>
                <a:grpSpLocks noChangeAspect="0" noGrp="0" noMove="0" noRot="0" noSelect="0" noUngrp="0"/>
              </p:cNvGrpSpPr>
              <p:nvPr/>
            </p:nvGrpSpPr>
            <p:grpSpPr>
              <a:xfrm>
                <a:off x="672" y="1920"/>
                <a:ext cx="433" cy="432"/>
                <a:chOff x="672" y="1920"/>
                <a:chExt cx="433" cy="432"/>
              </a:xfrm>
            </p:grpSpPr>
            <p:sp>
              <p:nvSpPr>
                <p:cNvPr id="276" name="Text Box 276"/>
                <p:cNvSpPr>
                  <a:spLocks/>
                </p:cNvSpPr>
                <p:nvPr/>
              </p:nvSpPr>
              <p:spPr>
                <a:xfrm>
                  <a:off x="672" y="1920"/>
                  <a:ext cx="432" cy="432"/>
                </a:xfrm>
                <a:prstGeom prst="ellipse">
                  <a:avLst/>
                </a:prstGeom>
                <a:solidFill>
                  <a:srgbClr val="FFCC99"/>
                </a:solidFill>
                <a:ln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>
                    <a:schemeClr val="tx2">
                      <a:alpha val="50000"/>
                    </a:schemeClr>
                  </a:outerShdw>
                </a:effectLst>
              </p:spPr>
              <p:txBody>
                <a:bodyPr anchor="ctr" numCol="1" wrap="none"/>
                <a:lstStyle/>
                <a:p>
                  <a:endParaRPr/>
                </a:p>
              </p:txBody>
            </p:sp>
            <p:sp>
              <p:nvSpPr>
                <p:cNvPr id="277" name="Text Box 277"/>
                <p:cNvSpPr>
                  <a:spLocks/>
                </p:cNvSpPr>
                <p:nvPr/>
              </p:nvSpPr>
              <p:spPr>
                <a:xfrm>
                  <a:off x="673" y="2136"/>
                  <a:ext cx="432" cy="0"/>
                </a:xfrm>
                <a:prstGeom prst="line">
                  <a:avLst/>
                </a:prstGeom>
                <a:noFill/>
                <a:ln>
                  <a:solidFill>
                    <a:schemeClr val="tx1"/>
                  </a:solidFill>
                  <a:miter lim="800000"/>
                  <a:headEnd/>
                  <a:tailEnd/>
                </a:ln>
              </p:spPr>
            </p:sp>
          </p:grpSp>
          <p:sp>
            <p:nvSpPr>
              <p:cNvPr id="278" name="Text Box 278"/>
              <p:cNvSpPr txBox="1">
                <a:spLocks/>
              </p:cNvSpPr>
              <p:nvPr/>
            </p:nvSpPr>
            <p:spPr>
              <a:xfrm>
                <a:off x="768" y="1920"/>
                <a:ext cx="241" cy="3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>
                    <a:solidFill>
                      <a:srgbClr val="FF3300"/>
                    </a:solidFill>
                  </a:rPr>
                  <a:t>7</a:t>
                </a:r>
              </a:p>
            </p:txBody>
          </p:sp>
          <p:sp>
            <p:nvSpPr>
              <p:cNvPr id="279" name="Text Box 279"/>
              <p:cNvSpPr txBox="1">
                <a:spLocks/>
              </p:cNvSpPr>
              <p:nvPr/>
            </p:nvSpPr>
            <p:spPr>
              <a:xfrm>
                <a:off x="768" y="2112"/>
                <a:ext cx="241" cy="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/>
                  <a:t>1</a:t>
                </a:r>
              </a:p>
            </p:txBody>
          </p:sp>
        </p:grpSp>
        <p:grpSp>
          <p:nvGrpSpPr>
            <p:cNvPr id="280" name="Group 280"/>
            <p:cNvGrpSpPr>
              <a:grpSpLocks noChangeAspect="0" noGrp="0" noMove="0" noRot="0" noSelect="0" noUngrp="0"/>
            </p:cNvGrpSpPr>
            <p:nvPr/>
          </p:nvGrpSpPr>
          <p:grpSpPr>
            <a:xfrm>
              <a:off x="672" y="2256"/>
              <a:ext cx="528" cy="384"/>
              <a:chOff x="144" y="2256"/>
              <a:chExt cx="528" cy="384"/>
            </a:xfrm>
          </p:grpSpPr>
          <p:sp>
            <p:nvSpPr>
              <p:cNvPr id="281" name="Text Box 281"/>
              <p:cNvSpPr>
                <a:spLocks/>
              </p:cNvSpPr>
              <p:nvPr/>
            </p:nvSpPr>
            <p:spPr>
              <a:xfrm>
                <a:off x="144" y="2256"/>
                <a:ext cx="484" cy="384"/>
              </a:xfrm>
              <a:prstGeom prst="rect">
                <a:avLst/>
              </a:prstGeom>
              <a:solidFill>
                <a:srgbClr val="990033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63500">
                  <a:schemeClr val="tx2">
                    <a:alpha val="50000"/>
                  </a:schemeClr>
                </a:outerShdw>
              </a:effectLst>
            </p:spPr>
            <p:txBody>
              <a:bodyPr anchor="ctr" numCol="1" wrap="none"/>
              <a:lstStyle/>
              <a:p>
                <a:endParaRPr/>
              </a:p>
            </p:txBody>
          </p:sp>
          <p:sp>
            <p:nvSpPr>
              <p:cNvPr id="282" name="Text Box 282"/>
              <p:cNvSpPr txBox="1">
                <a:spLocks/>
              </p:cNvSpPr>
              <p:nvPr/>
            </p:nvSpPr>
            <p:spPr>
              <a:xfrm>
                <a:off x="144" y="2305"/>
                <a:ext cx="528" cy="3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numCol="1">
                <a:spAutoFit/>
              </a:bodyPr>
              <a:lstStyle/>
              <a:p>
                <a:pPr algn="ctr" indent="0" marL="0">
                  <a:spcBef>
                    <a:spcPct val="50000"/>
                  </a:spcBef>
                  <a:buNone/>
                </a:pPr>
                <a:r>
                  <a:rPr b="1" dirty="0" lang="en-US" smtClean="0" sz="2000">
                    <a:solidFill>
                      <a:schemeClr val="bg1"/>
                    </a:solidFill>
                  </a:rPr>
                  <a:t>Start</a:t>
                </a:r>
              </a:p>
            </p:txBody>
          </p:sp>
        </p:grpSp>
        <p:sp>
          <p:nvSpPr>
            <p:cNvPr id="283" name="Text Box 283"/>
            <p:cNvSpPr>
              <a:spLocks/>
            </p:cNvSpPr>
            <p:nvPr/>
          </p:nvSpPr>
          <p:spPr>
            <a:xfrm>
              <a:off x="1152" y="2448"/>
              <a:ext cx="288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 type="none"/>
              <a:tailEnd type="triangle"/>
            </a:ln>
          </p:spPr>
        </p:sp>
        <p:sp>
          <p:nvSpPr>
            <p:cNvPr id="284" name="Text Box 284"/>
            <p:cNvSpPr>
              <a:spLocks/>
            </p:cNvSpPr>
            <p:nvPr/>
          </p:nvSpPr>
          <p:spPr>
            <a:xfrm flipV="1">
              <a:off x="1872" y="1920"/>
              <a:ext cx="432" cy="528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 type="none"/>
              <a:tailEnd type="triangle"/>
            </a:ln>
          </p:spPr>
        </p:sp>
        <p:sp>
          <p:nvSpPr>
            <p:cNvPr id="285" name="Text Box 285"/>
            <p:cNvSpPr>
              <a:spLocks/>
            </p:cNvSpPr>
            <p:nvPr/>
          </p:nvSpPr>
          <p:spPr>
            <a:xfrm>
              <a:off x="1872" y="2448"/>
              <a:ext cx="384" cy="528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 type="none"/>
              <a:tailEnd type="triangle"/>
            </a:ln>
          </p:spPr>
        </p:sp>
        <p:sp>
          <p:nvSpPr>
            <p:cNvPr id="286" name="Text Box 286"/>
            <p:cNvSpPr>
              <a:spLocks/>
            </p:cNvSpPr>
            <p:nvPr/>
          </p:nvSpPr>
          <p:spPr>
            <a:xfrm flipV="1">
              <a:off x="2688" y="1968"/>
              <a:ext cx="864" cy="1008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 type="none"/>
              <a:tailEnd type="triangle"/>
            </a:ln>
          </p:spPr>
        </p:sp>
        <p:sp>
          <p:nvSpPr>
            <p:cNvPr id="287" name="Text Box 287"/>
            <p:cNvSpPr>
              <a:spLocks/>
            </p:cNvSpPr>
            <p:nvPr/>
          </p:nvSpPr>
          <p:spPr>
            <a:xfrm flipV="1">
              <a:off x="2736" y="1872"/>
              <a:ext cx="81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 type="none"/>
              <a:tailEnd type="triangle"/>
            </a:ln>
          </p:spPr>
        </p:sp>
        <p:sp>
          <p:nvSpPr>
            <p:cNvPr id="288" name="Text Box 288"/>
            <p:cNvSpPr>
              <a:spLocks/>
            </p:cNvSpPr>
            <p:nvPr/>
          </p:nvSpPr>
          <p:spPr>
            <a:xfrm>
              <a:off x="3984" y="1872"/>
              <a:ext cx="768" cy="384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 type="none"/>
              <a:tailEnd type="triangle"/>
            </a:ln>
          </p:spPr>
        </p:sp>
        <p:sp>
          <p:nvSpPr>
            <p:cNvPr id="289" name="Text Box 289"/>
            <p:cNvSpPr>
              <a:spLocks/>
            </p:cNvSpPr>
            <p:nvPr/>
          </p:nvSpPr>
          <p:spPr>
            <a:xfrm>
              <a:off x="2736" y="2016"/>
              <a:ext cx="528" cy="96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 type="none"/>
              <a:tailEnd type="triangle"/>
            </a:ln>
          </p:spPr>
        </p:sp>
        <p:sp>
          <p:nvSpPr>
            <p:cNvPr id="290" name="Text Box 290"/>
            <p:cNvSpPr>
              <a:spLocks/>
            </p:cNvSpPr>
            <p:nvPr/>
          </p:nvSpPr>
          <p:spPr>
            <a:xfrm>
              <a:off x="2688" y="3072"/>
              <a:ext cx="480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 type="none"/>
              <a:tailEnd type="triangle"/>
            </a:ln>
          </p:spPr>
        </p:sp>
        <p:sp>
          <p:nvSpPr>
            <p:cNvPr id="291" name="Text Box 291"/>
            <p:cNvSpPr>
              <a:spLocks/>
            </p:cNvSpPr>
            <p:nvPr/>
          </p:nvSpPr>
          <p:spPr>
            <a:xfrm flipV="1">
              <a:off x="4464" y="2496"/>
              <a:ext cx="384" cy="336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 type="none"/>
              <a:tailEnd type="triangle"/>
            </a:ln>
          </p:spPr>
        </p:sp>
        <p:sp>
          <p:nvSpPr>
            <p:cNvPr id="292" name="Text Box 292"/>
            <p:cNvSpPr>
              <a:spLocks/>
            </p:cNvSpPr>
            <p:nvPr/>
          </p:nvSpPr>
          <p:spPr>
            <a:xfrm flipV="1">
              <a:off x="3600" y="3072"/>
              <a:ext cx="480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 type="none"/>
              <a:tailEnd type="triangle"/>
            </a:ln>
          </p:spPr>
        </p:sp>
        <p:sp>
          <p:nvSpPr>
            <p:cNvPr id="293" name="Text Box 293"/>
            <p:cNvSpPr txBox="1">
              <a:spLocks/>
            </p:cNvSpPr>
            <p:nvPr/>
          </p:nvSpPr>
          <p:spPr>
            <a:xfrm>
              <a:off x="1008" y="2736"/>
              <a:ext cx="1008" cy="455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algn="ctr" indent="0" marL="0">
                <a:spcBef>
                  <a:spcPct val="50000"/>
                </a:spcBef>
                <a:buNone/>
              </a:pPr>
              <a:r>
                <a:rPr b="1" dirty="0" lang="en-US" smtClean="0" sz="1600"/>
                <a:t>Design house and obtain financing</a:t>
              </a:r>
            </a:p>
          </p:txBody>
        </p:sp>
        <p:sp>
          <p:nvSpPr>
            <p:cNvPr id="294" name="Text Box 294"/>
            <p:cNvSpPr txBox="1">
              <a:spLocks/>
            </p:cNvSpPr>
            <p:nvPr/>
          </p:nvSpPr>
          <p:spPr>
            <a:xfrm>
              <a:off x="1824" y="3264"/>
              <a:ext cx="1248" cy="455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algn="ctr" indent="0" marL="0">
                <a:spcBef>
                  <a:spcPct val="50000"/>
                </a:spcBef>
                <a:buNone/>
              </a:pPr>
              <a:r>
                <a:rPr b="1" dirty="0" lang="en-US" smtClean="0" sz="1600"/>
                <a:t>Order and receive materials</a:t>
              </a:r>
            </a:p>
          </p:txBody>
        </p:sp>
        <p:sp>
          <p:nvSpPr>
            <p:cNvPr id="295" name="Text Box 295"/>
            <p:cNvSpPr txBox="1">
              <a:spLocks/>
            </p:cNvSpPr>
            <p:nvPr/>
          </p:nvSpPr>
          <p:spPr>
            <a:xfrm>
              <a:off x="2928" y="3360"/>
              <a:ext cx="1248" cy="263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algn="ctr" indent="0" marL="0">
                <a:spcBef>
                  <a:spcPct val="50000"/>
                </a:spcBef>
                <a:buNone/>
              </a:pPr>
              <a:r>
                <a:rPr b="1" dirty="0" lang="en-US" smtClean="0" sz="1600"/>
                <a:t>Select paint</a:t>
              </a:r>
            </a:p>
          </p:txBody>
        </p:sp>
        <p:sp>
          <p:nvSpPr>
            <p:cNvPr id="296" name="Text Box 296"/>
            <p:cNvSpPr txBox="1">
              <a:spLocks/>
            </p:cNvSpPr>
            <p:nvPr/>
          </p:nvSpPr>
          <p:spPr>
            <a:xfrm>
              <a:off x="3744" y="3168"/>
              <a:ext cx="1248" cy="264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algn="ctr" indent="0" marL="0">
                <a:spcBef>
                  <a:spcPct val="50000"/>
                </a:spcBef>
                <a:buNone/>
              </a:pPr>
              <a:r>
                <a:rPr b="1" dirty="0" lang="en-US" smtClean="0" sz="1600"/>
                <a:t>Select carpet</a:t>
              </a:r>
            </a:p>
          </p:txBody>
        </p:sp>
        <p:sp>
          <p:nvSpPr>
            <p:cNvPr id="297" name="Text Box 297"/>
            <p:cNvSpPr txBox="1">
              <a:spLocks/>
            </p:cNvSpPr>
            <p:nvPr/>
          </p:nvSpPr>
          <p:spPr>
            <a:xfrm>
              <a:off x="1872" y="1440"/>
              <a:ext cx="1248" cy="263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algn="ctr" indent="0" marL="0">
                <a:spcBef>
                  <a:spcPct val="50000"/>
                </a:spcBef>
                <a:buNone/>
              </a:pPr>
              <a:r>
                <a:rPr b="1" dirty="0" lang="en-US" smtClean="0" sz="1600"/>
                <a:t>Lay foundations</a:t>
              </a:r>
            </a:p>
          </p:txBody>
        </p:sp>
        <p:sp>
          <p:nvSpPr>
            <p:cNvPr id="298" name="Text Box 298"/>
            <p:cNvSpPr txBox="1">
              <a:spLocks/>
            </p:cNvSpPr>
            <p:nvPr/>
          </p:nvSpPr>
          <p:spPr>
            <a:xfrm>
              <a:off x="3312" y="1488"/>
              <a:ext cx="1248" cy="264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algn="ctr" indent="0" marL="0">
                <a:spcBef>
                  <a:spcPct val="50000"/>
                </a:spcBef>
                <a:buNone/>
              </a:pPr>
              <a:r>
                <a:rPr b="1" dirty="0" lang="en-US" smtClean="0" sz="1600"/>
                <a:t>Build house</a:t>
              </a:r>
            </a:p>
          </p:txBody>
        </p:sp>
        <p:sp>
          <p:nvSpPr>
            <p:cNvPr id="299" name="Text Box 299"/>
            <p:cNvSpPr txBox="1">
              <a:spLocks/>
            </p:cNvSpPr>
            <p:nvPr/>
          </p:nvSpPr>
          <p:spPr>
            <a:xfrm>
              <a:off x="4320" y="1824"/>
              <a:ext cx="1248" cy="263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algn="ctr" indent="0" marL="0">
                <a:spcBef>
                  <a:spcPct val="50000"/>
                </a:spcBef>
                <a:buNone/>
              </a:pPr>
              <a:r>
                <a:rPr b="1" dirty="0" lang="en-US" smtClean="0" sz="1600"/>
                <a:t>Finish work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Box 300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301" name="Text Box 301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302" name="Text Box 302"/>
          <p:cNvSpPr>
            <a:spLocks/>
          </p:cNvSpPr>
          <p:nvPr/>
        </p:nvSpPr>
        <p:spPr>
          <a:xfrm>
            <a:off x="685800" y="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="ctr"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3200">
                <a:solidFill>
                  <a:srgbClr val="666699"/>
                </a:solidFill>
                <a:latin charset="0" pitchFamily="18" typeface="Garamond"/>
              </a:rPr>
              <a:t>Situations in network diagram</a:t>
            </a:r>
          </a:p>
        </p:txBody>
      </p:sp>
      <p:grpSp>
        <p:nvGrpSpPr>
          <p:cNvPr id="304" name="Group 304"/>
          <p:cNvGrpSpPr>
            <a:grpSpLocks noChangeAspect="0" noGrp="0" noMove="0" noRot="0" noSelect="0" noUngrp="0"/>
          </p:cNvGrpSpPr>
          <p:nvPr/>
        </p:nvGrpSpPr>
        <p:grpSpPr>
          <a:xfrm>
            <a:off x="533400" y="533400"/>
            <a:ext cx="2971800" cy="1447800"/>
            <a:chOff x="336" y="336"/>
            <a:chExt cx="1872" cy="912"/>
          </a:xfrm>
        </p:grpSpPr>
        <p:sp>
          <p:nvSpPr>
            <p:cNvPr id="305" name="Text Box 305"/>
            <p:cNvSpPr>
              <a:spLocks/>
            </p:cNvSpPr>
            <p:nvPr/>
          </p:nvSpPr>
          <p:spPr>
            <a:xfrm>
              <a:off x="1056" y="672"/>
              <a:ext cx="336" cy="3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306" name="Text Box 306"/>
            <p:cNvSpPr>
              <a:spLocks/>
            </p:cNvSpPr>
            <p:nvPr/>
          </p:nvSpPr>
          <p:spPr>
            <a:xfrm>
              <a:off x="384" y="864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07" name="Text Box 307"/>
            <p:cNvSpPr>
              <a:spLocks/>
            </p:cNvSpPr>
            <p:nvPr/>
          </p:nvSpPr>
          <p:spPr>
            <a:xfrm flipV="1">
              <a:off x="1392" y="528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08" name="Text Box 308"/>
            <p:cNvSpPr>
              <a:spLocks/>
            </p:cNvSpPr>
            <p:nvPr/>
          </p:nvSpPr>
          <p:spPr>
            <a:xfrm>
              <a:off x="1392" y="864"/>
              <a:ext cx="48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09" name="Text Box 309"/>
            <p:cNvSpPr txBox="1">
              <a:spLocks/>
            </p:cNvSpPr>
            <p:nvPr/>
          </p:nvSpPr>
          <p:spPr>
            <a:xfrm>
              <a:off x="336" y="480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A</a:t>
              </a:r>
            </a:p>
          </p:txBody>
        </p:sp>
        <p:sp>
          <p:nvSpPr>
            <p:cNvPr id="310" name="Text Box 310"/>
            <p:cNvSpPr txBox="1">
              <a:spLocks/>
            </p:cNvSpPr>
            <p:nvPr/>
          </p:nvSpPr>
          <p:spPr>
            <a:xfrm>
              <a:off x="1536" y="336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B</a:t>
              </a:r>
            </a:p>
          </p:txBody>
        </p:sp>
        <p:sp>
          <p:nvSpPr>
            <p:cNvPr id="311" name="Text Box 311"/>
            <p:cNvSpPr txBox="1">
              <a:spLocks/>
            </p:cNvSpPr>
            <p:nvPr/>
          </p:nvSpPr>
          <p:spPr>
            <a:xfrm>
              <a:off x="1872" y="960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C</a:t>
              </a:r>
            </a:p>
          </p:txBody>
        </p:sp>
      </p:grpSp>
      <p:sp>
        <p:nvSpPr>
          <p:cNvPr id="312" name="Text Box 312"/>
          <p:cNvSpPr txBox="1">
            <a:spLocks/>
          </p:cNvSpPr>
          <p:nvPr/>
        </p:nvSpPr>
        <p:spPr>
          <a:xfrm>
            <a:off x="3581400" y="914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dirty="0" lang="en-US" smtClean="0" sz="2400"/>
              <a:t>A must finish before either B or C can start</a:t>
            </a:r>
          </a:p>
        </p:txBody>
      </p:sp>
      <p:grpSp>
        <p:nvGrpSpPr>
          <p:cNvPr id="314" name="Group 314"/>
          <p:cNvGrpSpPr>
            <a:grpSpLocks noChangeAspect="0" noGrp="0" noMove="0" noRot="0" noSelect="0" noUngrp="0"/>
          </p:cNvGrpSpPr>
          <p:nvPr/>
        </p:nvGrpSpPr>
        <p:grpSpPr>
          <a:xfrm>
            <a:off x="457200" y="1828800"/>
            <a:ext cx="2819400" cy="1295400"/>
            <a:chOff x="336" y="1488"/>
            <a:chExt cx="1776" cy="816"/>
          </a:xfrm>
        </p:grpSpPr>
        <p:sp>
          <p:nvSpPr>
            <p:cNvPr id="315" name="Text Box 315"/>
            <p:cNvSpPr>
              <a:spLocks/>
            </p:cNvSpPr>
            <p:nvPr/>
          </p:nvSpPr>
          <p:spPr>
            <a:xfrm>
              <a:off x="1152" y="1776"/>
              <a:ext cx="336" cy="384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316" name="Text Box 316"/>
            <p:cNvSpPr>
              <a:spLocks/>
            </p:cNvSpPr>
            <p:nvPr/>
          </p:nvSpPr>
          <p:spPr>
            <a:xfrm>
              <a:off x="672" y="1584"/>
              <a:ext cx="48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17" name="Text Box 317"/>
            <p:cNvSpPr>
              <a:spLocks/>
            </p:cNvSpPr>
            <p:nvPr/>
          </p:nvSpPr>
          <p:spPr>
            <a:xfrm flipV="1">
              <a:off x="624" y="1968"/>
              <a:ext cx="528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18" name="Text Box 318"/>
            <p:cNvSpPr>
              <a:spLocks/>
            </p:cNvSpPr>
            <p:nvPr/>
          </p:nvSpPr>
          <p:spPr>
            <a:xfrm>
              <a:off x="1488" y="1968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19" name="Text Box 319"/>
            <p:cNvSpPr txBox="1">
              <a:spLocks/>
            </p:cNvSpPr>
            <p:nvPr/>
          </p:nvSpPr>
          <p:spPr>
            <a:xfrm>
              <a:off x="384" y="1488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A</a:t>
              </a:r>
            </a:p>
          </p:txBody>
        </p:sp>
        <p:sp>
          <p:nvSpPr>
            <p:cNvPr id="320" name="Text Box 320"/>
            <p:cNvSpPr txBox="1">
              <a:spLocks/>
            </p:cNvSpPr>
            <p:nvPr/>
          </p:nvSpPr>
          <p:spPr>
            <a:xfrm>
              <a:off x="336" y="2016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B</a:t>
              </a:r>
            </a:p>
          </p:txBody>
        </p:sp>
        <p:sp>
          <p:nvSpPr>
            <p:cNvPr id="321" name="Text Box 321"/>
            <p:cNvSpPr txBox="1">
              <a:spLocks/>
            </p:cNvSpPr>
            <p:nvPr/>
          </p:nvSpPr>
          <p:spPr>
            <a:xfrm>
              <a:off x="1776" y="1680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C</a:t>
              </a:r>
            </a:p>
          </p:txBody>
        </p:sp>
      </p:grpSp>
      <p:sp>
        <p:nvSpPr>
          <p:cNvPr id="322" name="Text Box 322"/>
          <p:cNvSpPr txBox="1">
            <a:spLocks/>
          </p:cNvSpPr>
          <p:nvPr/>
        </p:nvSpPr>
        <p:spPr>
          <a:xfrm>
            <a:off x="3581400" y="22098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dirty="0" lang="en-US" smtClean="0" sz="2400"/>
              <a:t>both A and B must finish before C can start</a:t>
            </a:r>
          </a:p>
        </p:txBody>
      </p:sp>
      <p:grpSp>
        <p:nvGrpSpPr>
          <p:cNvPr id="324" name="Group 324"/>
          <p:cNvGrpSpPr>
            <a:grpSpLocks noChangeAspect="0" noGrp="0" noMove="0" noRot="0" noSelect="0" noUngrp="0"/>
          </p:cNvGrpSpPr>
          <p:nvPr/>
        </p:nvGrpSpPr>
        <p:grpSpPr>
          <a:xfrm>
            <a:off x="533400" y="3200400"/>
            <a:ext cx="2971800" cy="1295400"/>
            <a:chOff x="384" y="2448"/>
            <a:chExt cx="1872" cy="816"/>
          </a:xfrm>
        </p:grpSpPr>
        <p:sp>
          <p:nvSpPr>
            <p:cNvPr id="325" name="Text Box 325"/>
            <p:cNvSpPr>
              <a:spLocks/>
            </p:cNvSpPr>
            <p:nvPr/>
          </p:nvSpPr>
          <p:spPr>
            <a:xfrm>
              <a:off x="1152" y="2640"/>
              <a:ext cx="336" cy="3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326" name="Text Box 326"/>
            <p:cNvSpPr>
              <a:spLocks/>
            </p:cNvSpPr>
            <p:nvPr/>
          </p:nvSpPr>
          <p:spPr>
            <a:xfrm flipV="1">
              <a:off x="672" y="2880"/>
              <a:ext cx="528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27" name="Text Box 327"/>
            <p:cNvSpPr>
              <a:spLocks/>
            </p:cNvSpPr>
            <p:nvPr/>
          </p:nvSpPr>
          <p:spPr>
            <a:xfrm>
              <a:off x="768" y="2592"/>
              <a:ext cx="384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28" name="Text Box 328"/>
            <p:cNvSpPr>
              <a:spLocks/>
            </p:cNvSpPr>
            <p:nvPr/>
          </p:nvSpPr>
          <p:spPr>
            <a:xfrm flipV="1">
              <a:off x="1488" y="2640"/>
              <a:ext cx="384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29" name="Text Box 329"/>
            <p:cNvSpPr>
              <a:spLocks/>
            </p:cNvSpPr>
            <p:nvPr/>
          </p:nvSpPr>
          <p:spPr>
            <a:xfrm>
              <a:off x="1488" y="2832"/>
              <a:ext cx="43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30" name="Text Box 330"/>
            <p:cNvSpPr txBox="1">
              <a:spLocks/>
            </p:cNvSpPr>
            <p:nvPr/>
          </p:nvSpPr>
          <p:spPr>
            <a:xfrm>
              <a:off x="1920" y="2976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D</a:t>
              </a:r>
            </a:p>
          </p:txBody>
        </p:sp>
        <p:sp>
          <p:nvSpPr>
            <p:cNvPr id="331" name="Text Box 331"/>
            <p:cNvSpPr txBox="1">
              <a:spLocks/>
            </p:cNvSpPr>
            <p:nvPr/>
          </p:nvSpPr>
          <p:spPr>
            <a:xfrm>
              <a:off x="1872" y="2544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C</a:t>
              </a:r>
            </a:p>
          </p:txBody>
        </p:sp>
        <p:sp>
          <p:nvSpPr>
            <p:cNvPr id="332" name="Text Box 332"/>
            <p:cNvSpPr txBox="1">
              <a:spLocks/>
            </p:cNvSpPr>
            <p:nvPr/>
          </p:nvSpPr>
          <p:spPr>
            <a:xfrm>
              <a:off x="384" y="2880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B</a:t>
              </a:r>
            </a:p>
          </p:txBody>
        </p:sp>
        <p:sp>
          <p:nvSpPr>
            <p:cNvPr id="333" name="Text Box 333"/>
            <p:cNvSpPr txBox="1">
              <a:spLocks/>
            </p:cNvSpPr>
            <p:nvPr/>
          </p:nvSpPr>
          <p:spPr>
            <a:xfrm>
              <a:off x="480" y="2448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A</a:t>
              </a:r>
            </a:p>
          </p:txBody>
        </p:sp>
      </p:grpSp>
      <p:sp>
        <p:nvSpPr>
          <p:cNvPr id="334" name="Text Box 334"/>
          <p:cNvSpPr txBox="1">
            <a:spLocks/>
          </p:cNvSpPr>
          <p:nvPr/>
        </p:nvSpPr>
        <p:spPr>
          <a:xfrm>
            <a:off x="3657600" y="3429000"/>
            <a:ext cx="5486400" cy="822325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dirty="0" lang="en-US" smtClean="0" sz="2400"/>
              <a:t>both A and B must finish before either of C or D can start</a:t>
            </a:r>
          </a:p>
        </p:txBody>
      </p:sp>
      <p:grpSp>
        <p:nvGrpSpPr>
          <p:cNvPr id="336" name="Group 336"/>
          <p:cNvGrpSpPr>
            <a:grpSpLocks noChangeAspect="0" noGrp="0" noMove="0" noRot="0" noSelect="0" noUngrp="0"/>
          </p:cNvGrpSpPr>
          <p:nvPr/>
        </p:nvGrpSpPr>
        <p:grpSpPr>
          <a:xfrm>
            <a:off x="304800" y="4648200"/>
            <a:ext cx="2819400" cy="2209800"/>
            <a:chOff x="192" y="2928"/>
            <a:chExt cx="1776" cy="1392"/>
          </a:xfrm>
        </p:grpSpPr>
        <p:sp>
          <p:nvSpPr>
            <p:cNvPr id="337" name="Text Box 337"/>
            <p:cNvSpPr>
              <a:spLocks/>
            </p:cNvSpPr>
            <p:nvPr/>
          </p:nvSpPr>
          <p:spPr>
            <a:xfrm>
              <a:off x="816" y="3120"/>
              <a:ext cx="336" cy="3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338" name="Text Box 338"/>
            <p:cNvSpPr>
              <a:spLocks/>
            </p:cNvSpPr>
            <p:nvPr/>
          </p:nvSpPr>
          <p:spPr>
            <a:xfrm>
              <a:off x="1200" y="3792"/>
              <a:ext cx="336" cy="3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339" name="Text Box 339"/>
            <p:cNvSpPr>
              <a:spLocks/>
            </p:cNvSpPr>
            <p:nvPr/>
          </p:nvSpPr>
          <p:spPr>
            <a:xfrm>
              <a:off x="288" y="3312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40" name="Text Box 340"/>
            <p:cNvSpPr>
              <a:spLocks/>
            </p:cNvSpPr>
            <p:nvPr/>
          </p:nvSpPr>
          <p:spPr>
            <a:xfrm>
              <a:off x="1152" y="3312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41" name="Text Box 341"/>
            <p:cNvSpPr>
              <a:spLocks/>
            </p:cNvSpPr>
            <p:nvPr/>
          </p:nvSpPr>
          <p:spPr>
            <a:xfrm>
              <a:off x="528" y="3984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42" name="Text Box 342"/>
            <p:cNvSpPr>
              <a:spLocks/>
            </p:cNvSpPr>
            <p:nvPr/>
          </p:nvSpPr>
          <p:spPr>
            <a:xfrm>
              <a:off x="1536" y="3984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/>
              <a:tailEnd type="triangle"/>
            </a:ln>
          </p:spPr>
        </p:sp>
        <p:sp>
          <p:nvSpPr>
            <p:cNvPr id="343" name="Text Box 343"/>
            <p:cNvSpPr>
              <a:spLocks/>
            </p:cNvSpPr>
            <p:nvPr/>
          </p:nvSpPr>
          <p:spPr>
            <a:xfrm>
              <a:off x="1056" y="3456"/>
              <a:ext cx="24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 type="none"/>
              <a:tailEnd type="triangle"/>
            </a:ln>
          </p:spPr>
        </p:sp>
        <p:sp>
          <p:nvSpPr>
            <p:cNvPr id="344" name="Text Box 344"/>
            <p:cNvSpPr txBox="1">
              <a:spLocks/>
            </p:cNvSpPr>
            <p:nvPr/>
          </p:nvSpPr>
          <p:spPr>
            <a:xfrm>
              <a:off x="192" y="2928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A</a:t>
              </a:r>
            </a:p>
          </p:txBody>
        </p:sp>
        <p:sp>
          <p:nvSpPr>
            <p:cNvPr id="345" name="Text Box 345"/>
            <p:cNvSpPr txBox="1">
              <a:spLocks/>
            </p:cNvSpPr>
            <p:nvPr/>
          </p:nvSpPr>
          <p:spPr>
            <a:xfrm>
              <a:off x="192" y="3840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C</a:t>
              </a:r>
            </a:p>
          </p:txBody>
        </p:sp>
        <p:sp>
          <p:nvSpPr>
            <p:cNvPr id="346" name="Text Box 346"/>
            <p:cNvSpPr txBox="1">
              <a:spLocks/>
            </p:cNvSpPr>
            <p:nvPr/>
          </p:nvSpPr>
          <p:spPr>
            <a:xfrm>
              <a:off x="1344" y="3024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B</a:t>
              </a:r>
            </a:p>
          </p:txBody>
        </p:sp>
        <p:sp>
          <p:nvSpPr>
            <p:cNvPr id="347" name="Text Box 347"/>
            <p:cNvSpPr txBox="1">
              <a:spLocks/>
            </p:cNvSpPr>
            <p:nvPr/>
          </p:nvSpPr>
          <p:spPr>
            <a:xfrm>
              <a:off x="1680" y="4032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D</a:t>
              </a:r>
            </a:p>
          </p:txBody>
        </p:sp>
        <p:sp>
          <p:nvSpPr>
            <p:cNvPr id="348" name="Text Box 348"/>
            <p:cNvSpPr txBox="1">
              <a:spLocks/>
            </p:cNvSpPr>
            <p:nvPr/>
          </p:nvSpPr>
          <p:spPr>
            <a:xfrm>
              <a:off x="1180" y="3442"/>
              <a:ext cx="768" cy="288"/>
            </a:xfrm>
            <a:prstGeom prst="rect">
              <a:avLst/>
            </a:prstGeom>
            <a:noFill/>
            <a:ln>
              <a:noFill/>
            </a:ln>
          </p:spPr>
          <p:txBody>
            <a:bodyPr numCol="1">
              <a:spAutoFit/>
            </a:bodyPr>
            <a:lstStyle/>
            <a:p>
              <a:pPr indent="0" marL="0">
                <a:spcBef>
                  <a:spcPct val="50000"/>
                </a:spcBef>
                <a:buNone/>
              </a:pPr>
              <a:r>
                <a:rPr dirty="0" lang="en-US" smtClean="0" sz="2400"/>
                <a:t>Dummy</a:t>
              </a:r>
            </a:p>
          </p:txBody>
        </p:sp>
      </p:grpSp>
      <p:sp>
        <p:nvSpPr>
          <p:cNvPr id="349" name="Text Box 349"/>
          <p:cNvSpPr txBox="1">
            <a:spLocks/>
          </p:cNvSpPr>
          <p:nvPr/>
        </p:nvSpPr>
        <p:spPr>
          <a:xfrm>
            <a:off x="3352800" y="5029200"/>
            <a:ext cx="5791200" cy="1004887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dirty="0" lang="en-US" smtClean="0" sz="2400"/>
              <a:t>A must finish before B can start</a:t>
            </a:r>
          </a:p>
          <a:p>
            <a:pPr indent="0" marL="0">
              <a:spcBef>
                <a:spcPct val="50000"/>
              </a:spcBef>
              <a:buNone/>
            </a:pPr>
            <a:r>
              <a:rPr dirty="0" lang="en-US" smtClean="0" sz="2400"/>
              <a:t>both A and C must finish before D can start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 Box 350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351" name="Text Box 351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352" name="Text Box 352"/>
          <p:cNvSpPr>
            <a:spLocks/>
          </p:cNvSpPr>
          <p:nvPr/>
        </p:nvSpPr>
        <p:spPr>
          <a:xfrm>
            <a:off x="457200" y="304800"/>
            <a:ext cx="8382000" cy="609600"/>
          </a:xfrm>
          <a:prstGeom prst="rect">
            <a:avLst/>
          </a:prstGeom>
          <a:noFill/>
          <a:ln>
            <a:noFill/>
          </a:ln>
        </p:spPr>
        <p:txBody>
          <a:bodyPr anchor="ctr"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4400">
                <a:solidFill>
                  <a:srgbClr val="666699"/>
                </a:solidFill>
                <a:latin charset="0" pitchFamily="18" typeface="Garamond"/>
              </a:rPr>
              <a:t>Concurrent Activities</a:t>
            </a:r>
          </a:p>
        </p:txBody>
      </p:sp>
      <p:grpSp>
        <p:nvGrpSpPr>
          <p:cNvPr id="354" name="Group 354"/>
          <p:cNvGrpSpPr>
            <a:grpSpLocks noChangeAspect="0" noGrp="0" noMove="0" noRot="0" noSelect="0" noUngrp="0"/>
          </p:cNvGrpSpPr>
          <p:nvPr/>
        </p:nvGrpSpPr>
        <p:grpSpPr>
          <a:xfrm>
            <a:off x="762000" y="1562100"/>
            <a:ext cx="7620000" cy="3733800"/>
            <a:chOff x="480" y="984"/>
            <a:chExt cx="4800" cy="2352"/>
          </a:xfrm>
        </p:grpSpPr>
        <p:sp>
          <p:nvSpPr>
            <p:cNvPr id="355" name="Text Box 355"/>
            <p:cNvSpPr>
              <a:spLocks/>
            </p:cNvSpPr>
            <p:nvPr/>
          </p:nvSpPr>
          <p:spPr>
            <a:xfrm>
              <a:off x="480" y="984"/>
              <a:ext cx="4800" cy="2352"/>
            </a:xfrm>
            <a:prstGeom prst="rect">
              <a:avLst/>
            </a:prstGeom>
            <a:solidFill>
              <a:srgbClr val="66FFCC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grpSp>
          <p:nvGrpSpPr>
            <p:cNvPr id="356" name="Group 356"/>
            <p:cNvGrpSpPr>
              <a:grpSpLocks noChangeAspect="0" noGrp="0" noMove="0" noRot="0" noSelect="0" noUngrp="0"/>
            </p:cNvGrpSpPr>
            <p:nvPr/>
          </p:nvGrpSpPr>
          <p:grpSpPr>
            <a:xfrm>
              <a:off x="720" y="1056"/>
              <a:ext cx="4319" cy="1940"/>
              <a:chOff x="730" y="1404"/>
              <a:chExt cx="4319" cy="1940"/>
            </a:xfrm>
          </p:grpSpPr>
          <p:grpSp>
            <p:nvGrpSpPr>
              <p:cNvPr id="357" name="Group 357"/>
              <p:cNvGrpSpPr>
                <a:grpSpLocks noChangeAspect="0" noGrp="0" noMove="0" noRot="0" noSelect="0" noUngrp="0"/>
              </p:cNvGrpSpPr>
              <p:nvPr/>
            </p:nvGrpSpPr>
            <p:grpSpPr>
              <a:xfrm>
                <a:off x="974" y="1517"/>
                <a:ext cx="1342" cy="1063"/>
                <a:chOff x="541" y="1460"/>
                <a:chExt cx="1342" cy="1063"/>
              </a:xfrm>
            </p:grpSpPr>
            <p:grpSp>
              <p:nvGrpSpPr>
                <p:cNvPr id="358" name="Group 358"/>
                <p:cNvGrpSpPr>
                  <a:grpSpLocks noChangeAspect="0" noGrp="0" noMove="0" noRot="0" noSelect="0" noUngrp="0"/>
                </p:cNvGrpSpPr>
                <p:nvPr/>
              </p:nvGrpSpPr>
              <p:grpSpPr>
                <a:xfrm>
                  <a:off x="541" y="1778"/>
                  <a:ext cx="1342" cy="456"/>
                  <a:chOff x="447" y="1768"/>
                  <a:chExt cx="1342" cy="456"/>
                </a:xfrm>
              </p:grpSpPr>
              <p:sp>
                <p:nvSpPr>
                  <p:cNvPr id="359" name="Text Box 359"/>
                  <p:cNvSpPr>
                    <a:spLocks/>
                  </p:cNvSpPr>
                  <p:nvPr/>
                </p:nvSpPr>
                <p:spPr>
                  <a:xfrm flipV="1" rot="21600000">
                    <a:off x="637" y="2059"/>
                    <a:ext cx="876" cy="165"/>
                  </a:xfrm>
                  <a:custGeom>
                    <a:avLst/>
                    <a:gdLst/>
                    <a:ahLst/>
                    <a:cxnLst/>
                    <a:rect b="b" l="0" r="r" t="0"/>
                    <a:pathLst>
                      <a:path h="165" w="876">
                        <a:moveTo>
                          <a:pt x="0" y="164"/>
                        </a:moveTo>
                        <a:cubicBezTo>
                          <a:pt x="36" y="143"/>
                          <a:pt x="142" y="64"/>
                          <a:pt x="215" y="37"/>
                        </a:cubicBezTo>
                        <a:cubicBezTo>
                          <a:pt x="288" y="10"/>
                          <a:pt x="366" y="2"/>
                          <a:pt x="437" y="1"/>
                        </a:cubicBezTo>
                        <a:cubicBezTo>
                          <a:pt x="508" y="0"/>
                          <a:pt x="569" y="1"/>
                          <a:pt x="642" y="28"/>
                        </a:cubicBezTo>
                        <a:cubicBezTo>
                          <a:pt x="715" y="55"/>
                          <a:pt x="827" y="137"/>
                          <a:pt x="876" y="165"/>
                        </a:cubicBezTo>
                      </a:path>
                    </a:pathLst>
                  </a:custGeom>
                  <a:noFill/>
                  <a:ln w="57150">
                    <a:solidFill>
                      <a:schemeClr val="folHlink">
                        <a:alpha val="100000"/>
                      </a:schemeClr>
                    </a:solidFill>
                    <a:round/>
                    <a:headEnd len="sm" type="none" w="sm"/>
                    <a:tailEnd len="sm" type="triangle" w="med"/>
                  </a:ln>
                </p:spPr>
              </p:sp>
              <p:sp>
                <p:nvSpPr>
                  <p:cNvPr id="360" name="Text Box 360"/>
                  <p:cNvSpPr>
                    <a:spLocks/>
                  </p:cNvSpPr>
                  <p:nvPr/>
                </p:nvSpPr>
                <p:spPr>
                  <a:xfrm>
                    <a:off x="638" y="1768"/>
                    <a:ext cx="876" cy="165"/>
                  </a:xfrm>
                  <a:custGeom>
                    <a:avLst/>
                    <a:gdLst/>
                    <a:ahLst/>
                    <a:cxnLst/>
                    <a:rect b="b" l="0" r="r" t="0"/>
                    <a:pathLst>
                      <a:path h="165" w="876">
                        <a:moveTo>
                          <a:pt x="0" y="164"/>
                        </a:moveTo>
                        <a:cubicBezTo>
                          <a:pt x="36" y="143"/>
                          <a:pt x="142" y="64"/>
                          <a:pt x="215" y="37"/>
                        </a:cubicBezTo>
                        <a:cubicBezTo>
                          <a:pt x="288" y="10"/>
                          <a:pt x="366" y="2"/>
                          <a:pt x="437" y="1"/>
                        </a:cubicBezTo>
                        <a:cubicBezTo>
                          <a:pt x="508" y="0"/>
                          <a:pt x="569" y="1"/>
                          <a:pt x="642" y="28"/>
                        </a:cubicBezTo>
                        <a:cubicBezTo>
                          <a:pt x="715" y="55"/>
                          <a:pt x="827" y="137"/>
                          <a:pt x="876" y="165"/>
                        </a:cubicBezTo>
                      </a:path>
                    </a:pathLst>
                  </a:custGeom>
                  <a:noFill/>
                  <a:ln w="57150">
                    <a:solidFill>
                      <a:schemeClr val="folHlink">
                        <a:alpha val="100000"/>
                      </a:schemeClr>
                    </a:solidFill>
                    <a:round/>
                    <a:headEnd len="sm" type="none" w="sm"/>
                    <a:tailEnd len="sm" type="triangle" w="med"/>
                  </a:ln>
                </p:spPr>
              </p:sp>
              <p:sp>
                <p:nvSpPr>
                  <p:cNvPr id="361" name="Text Box 361"/>
                  <p:cNvSpPr>
                    <a:spLocks/>
                  </p:cNvSpPr>
                  <p:nvPr/>
                </p:nvSpPr>
                <p:spPr>
                  <a:xfrm>
                    <a:off x="447" y="1866"/>
                    <a:ext cx="280" cy="265"/>
                  </a:xfrm>
                  <a:prstGeom prst="ellipse">
                    <a:avLst/>
                  </a:prstGeom>
                  <a:solidFill>
                    <a:srgbClr val="E6B380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anchor="ctr" bIns="44450" lIns="90488" numCol="1" rIns="90488" tIns="44450" wrap="none"/>
                  <a:lstStyle/>
                  <a:p>
                    <a:pPr algn="ctr" indent="0" marL="0">
                      <a:spcBef>
                        <a:spcPct val="0"/>
                      </a:spcBef>
                      <a:buNone/>
                    </a:pPr>
                    <a:r>
                      <a:rPr b="1" dirty="0" lang="en-US" smtClean="0" sz="2000">
                        <a:latin charset="0" typeface="Arial"/>
                      </a:rPr>
                      <a:t>2</a:t>
                    </a:r>
                  </a:p>
                </p:txBody>
              </p:sp>
              <p:sp>
                <p:nvSpPr>
                  <p:cNvPr id="362" name="Text Box 362"/>
                  <p:cNvSpPr>
                    <a:spLocks/>
                  </p:cNvSpPr>
                  <p:nvPr/>
                </p:nvSpPr>
                <p:spPr>
                  <a:xfrm>
                    <a:off x="1509" y="1866"/>
                    <a:ext cx="280" cy="265"/>
                  </a:xfrm>
                  <a:prstGeom prst="ellipse">
                    <a:avLst/>
                  </a:prstGeom>
                  <a:solidFill>
                    <a:srgbClr val="E6B380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anchor="ctr" bIns="44450" lIns="90488" numCol="1" rIns="90488" tIns="44450" wrap="none"/>
                  <a:lstStyle/>
                  <a:p>
                    <a:pPr algn="ctr" indent="0" marL="0">
                      <a:spcBef>
                        <a:spcPct val="0"/>
                      </a:spcBef>
                      <a:buNone/>
                    </a:pPr>
                    <a:r>
                      <a:rPr b="1" dirty="0" lang="en-US" smtClean="0" sz="2000">
                        <a:latin charset="0" typeface="Arial"/>
                      </a:rPr>
                      <a:t>3</a:t>
                    </a:r>
                  </a:p>
                </p:txBody>
              </p:sp>
            </p:grpSp>
            <p:sp>
              <p:nvSpPr>
                <p:cNvPr id="363" name="Text Box 363"/>
                <p:cNvSpPr>
                  <a:spLocks/>
                </p:cNvSpPr>
                <p:nvPr/>
              </p:nvSpPr>
              <p:spPr>
                <a:xfrm>
                  <a:off x="638" y="1460"/>
                  <a:ext cx="1146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bIns="44450" lIns="90488" numCol="1" rIns="90488" tIns="44450" wrap="none">
                  <a:spAutoFit/>
                </a:bodyPr>
                <a:lstStyle/>
                <a:p>
                  <a:pPr algn="ctr" indent="0" marL="0"/>
                  <a:r>
                    <a:rPr b="1" dirty="0" lang="en-US" smtClean="0" sz="1800">
                      <a:effectLst>
                        <a:outerShdw algn="tl" blurRad="38100" dir="2700000" dist="38100">
                          <a:srgbClr val="C0C0C0"/>
                        </a:outerShdw>
                      </a:effectLst>
                      <a:latin charset="0" typeface="Arial"/>
                    </a:rPr>
                    <a:t>Lay foundation</a:t>
                  </a:r>
                </a:p>
              </p:txBody>
            </p:sp>
            <p:sp>
              <p:nvSpPr>
                <p:cNvPr id="364" name="Text Box 364"/>
                <p:cNvSpPr>
                  <a:spLocks/>
                </p:cNvSpPr>
                <p:nvPr/>
              </p:nvSpPr>
              <p:spPr>
                <a:xfrm>
                  <a:off x="662" y="2294"/>
                  <a:ext cx="109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bIns="44450" lIns="90488" numCol="1" rIns="90488" tIns="44450" wrap="none">
                  <a:spAutoFit/>
                </a:bodyPr>
                <a:lstStyle/>
                <a:p>
                  <a:pPr algn="ctr" indent="0" marL="0"/>
                  <a:r>
                    <a:rPr b="1" dirty="0" lang="en-US" smtClean="0" sz="1800">
                      <a:effectLst>
                        <a:outerShdw algn="tl" blurRad="38100" dir="2700000" dist="38100">
                          <a:srgbClr val="C0C0C0"/>
                        </a:outerShdw>
                      </a:effectLst>
                      <a:latin charset="0" typeface="Arial"/>
                    </a:rPr>
                    <a:t>Order material</a:t>
                  </a:r>
                </a:p>
              </p:txBody>
            </p:sp>
          </p:grpSp>
          <p:sp>
            <p:nvSpPr>
              <p:cNvPr id="365" name="Text Box 365"/>
              <p:cNvSpPr>
                <a:spLocks/>
              </p:cNvSpPr>
              <p:nvPr/>
            </p:nvSpPr>
            <p:spPr>
              <a:xfrm>
                <a:off x="730" y="2942"/>
                <a:ext cx="1830" cy="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bIns="44450" lIns="90488" numCol="1" rIns="90488" tIns="44450">
                <a:spAutoFit/>
              </a:bodyPr>
              <a:lstStyle/>
              <a:p>
                <a:pPr indent="-381000" marL="381000"/>
                <a:r>
                  <a:rPr b="1" dirty="0" lang="en-US" smtClean="0" sz="1800">
                    <a:effectLst>
                      <a:outerShdw algn="tl" blurRad="38100" dir="2700000" dist="38100">
                        <a:srgbClr val="C0C0C0"/>
                      </a:outerShdw>
                    </a:effectLst>
                    <a:latin charset="0" typeface="Arial"/>
                  </a:rPr>
                  <a:t>(a)	Incorrect precedence relationship</a:t>
                </a:r>
              </a:p>
            </p:txBody>
          </p:sp>
          <p:sp>
            <p:nvSpPr>
              <p:cNvPr id="366" name="Text Box 366"/>
              <p:cNvSpPr>
                <a:spLocks/>
              </p:cNvSpPr>
              <p:nvPr/>
            </p:nvSpPr>
            <p:spPr>
              <a:xfrm>
                <a:off x="3258" y="2942"/>
                <a:ext cx="1757" cy="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bIns="44450" lIns="90488" numCol="1" rIns="90488" tIns="44450">
                <a:spAutoFit/>
              </a:bodyPr>
              <a:lstStyle/>
              <a:p>
                <a:pPr indent="-381000" marL="381000"/>
                <a:r>
                  <a:rPr b="1" dirty="0" lang="en-US" smtClean="0" sz="1800">
                    <a:effectLst>
                      <a:outerShdw algn="tl" blurRad="38100" dir="2700000" dist="38100">
                        <a:srgbClr val="C0C0C0"/>
                      </a:outerShdw>
                    </a:effectLst>
                    <a:latin charset="0" typeface="Arial"/>
                  </a:rPr>
                  <a:t>(b)	Correct  precedence relationship</a:t>
                </a:r>
              </a:p>
            </p:txBody>
          </p:sp>
          <p:grpSp>
            <p:nvGrpSpPr>
              <p:cNvPr id="367" name="Group 367"/>
              <p:cNvGrpSpPr>
                <a:grpSpLocks noChangeAspect="0" noGrp="0" noMove="0" noRot="0" noSelect="0" noUngrp="0"/>
              </p:cNvGrpSpPr>
              <p:nvPr/>
            </p:nvGrpSpPr>
            <p:grpSpPr>
              <a:xfrm>
                <a:off x="2882" y="1404"/>
                <a:ext cx="2167" cy="1289"/>
                <a:chOff x="2855" y="1404"/>
                <a:chExt cx="2167" cy="1289"/>
              </a:xfrm>
            </p:grpSpPr>
            <p:grpSp>
              <p:nvGrpSpPr>
                <p:cNvPr id="368" name="Group 368"/>
                <p:cNvGrpSpPr>
                  <a:grpSpLocks noChangeAspect="0" noGrp="0" noMove="0" noRot="0" noSelect="0" noUngrp="0"/>
                </p:cNvGrpSpPr>
                <p:nvPr/>
              </p:nvGrpSpPr>
              <p:grpSpPr>
                <a:xfrm>
                  <a:off x="2855" y="1404"/>
                  <a:ext cx="2167" cy="1289"/>
                  <a:chOff x="2855" y="1404"/>
                  <a:chExt cx="2167" cy="1289"/>
                </a:xfrm>
              </p:grpSpPr>
              <p:grpSp>
                <p:nvGrpSpPr>
                  <p:cNvPr id="369" name="Group 369"/>
                  <p:cNvGrpSpPr>
                    <a:grpSpLocks noChangeAspect="0" noGrp="0" noMove="0" noRot="0" noSelect="0" noUngrp="0"/>
                  </p:cNvGrpSpPr>
                  <p:nvPr/>
                </p:nvGrpSpPr>
                <p:grpSpPr>
                  <a:xfrm>
                    <a:off x="3342" y="1404"/>
                    <a:ext cx="1505" cy="1117"/>
                    <a:chOff x="3351" y="1182"/>
                    <a:chExt cx="1505" cy="1117"/>
                  </a:xfrm>
                </p:grpSpPr>
                <p:sp>
                  <p:nvSpPr>
                    <p:cNvPr id="370" name="Text Box 370"/>
                    <p:cNvSpPr>
                      <a:spLocks/>
                    </p:cNvSpPr>
                    <p:nvPr/>
                  </p:nvSpPr>
                  <p:spPr>
                    <a:xfrm flipV="1">
                      <a:off x="3510" y="1413"/>
                      <a:ext cx="507" cy="703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folHlink"/>
                      </a:solidFill>
                      <a:round/>
                      <a:headEnd len="sm" type="none"/>
                      <a:tailEnd len="sm" type="triangle"/>
                    </a:ln>
                  </p:spPr>
                </p:sp>
                <p:sp>
                  <p:nvSpPr>
                    <p:cNvPr id="371" name="Text Box 371"/>
                    <p:cNvSpPr>
                      <a:spLocks/>
                    </p:cNvSpPr>
                    <p:nvPr/>
                  </p:nvSpPr>
                  <p:spPr>
                    <a:xfrm>
                      <a:off x="4140" y="1357"/>
                      <a:ext cx="480" cy="70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folHlink"/>
                      </a:solidFill>
                      <a:prstDash val="sysDot"/>
                      <a:round/>
                      <a:headEnd len="sm" type="none"/>
                      <a:tailEnd len="sm" type="triangle"/>
                    </a:ln>
                  </p:spPr>
                </p:sp>
                <p:sp>
                  <p:nvSpPr>
                    <p:cNvPr id="372" name="Text Box 372"/>
                    <p:cNvSpPr>
                      <a:spLocks/>
                    </p:cNvSpPr>
                    <p:nvPr/>
                  </p:nvSpPr>
                  <p:spPr>
                    <a:xfrm>
                      <a:off x="3547" y="2160"/>
                      <a:ext cx="1013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folHlink"/>
                      </a:solidFill>
                      <a:round/>
                      <a:headEnd len="sm" type="none"/>
                      <a:tailEnd len="sm" type="triangle"/>
                    </a:ln>
                  </p:spPr>
                </p:sp>
                <p:sp>
                  <p:nvSpPr>
                    <p:cNvPr id="373" name="Text Box 373"/>
                    <p:cNvSpPr>
                      <a:spLocks/>
                    </p:cNvSpPr>
                    <p:nvPr/>
                  </p:nvSpPr>
                  <p:spPr>
                    <a:xfrm>
                      <a:off x="3963" y="1182"/>
                      <a:ext cx="280" cy="265"/>
                    </a:xfrm>
                    <a:prstGeom prst="ellipse">
                      <a:avLst/>
                    </a:prstGeom>
                    <a:solidFill>
                      <a:srgbClr val="E6B380"/>
                    </a:solidFill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anchor="ctr" bIns="44450" lIns="90488" numCol="1" rIns="90488" tIns="44450" wrap="none"/>
                    <a:lstStyle/>
                    <a:p>
                      <a:pPr algn="ctr" indent="0" marL="0">
                        <a:spcBef>
                          <a:spcPct val="0"/>
                        </a:spcBef>
                        <a:buNone/>
                      </a:pPr>
                      <a:r>
                        <a:rPr b="1" dirty="0" lang="en-US" smtClean="0" sz="2000">
                          <a:latin charset="0" typeface="Arial"/>
                        </a:rPr>
                        <a:t>3</a:t>
                      </a:r>
                    </a:p>
                  </p:txBody>
                </p:sp>
                <p:grpSp>
                  <p:nvGrpSpPr>
                    <p:cNvPr id="374" name="Group 374"/>
                    <p:cNvGrpSpPr>
                      <a:grpSpLocks noChangeAspect="0" noGrp="0" noMove="0" noRot="0" noSelect="0" noUngrp="0"/>
                    </p:cNvGrpSpPr>
                    <p:nvPr/>
                  </p:nvGrpSpPr>
                  <p:grpSpPr>
                    <a:xfrm>
                      <a:off x="3351" y="2034"/>
                      <a:ext cx="1505" cy="265"/>
                      <a:chOff x="3351" y="2034"/>
                      <a:chExt cx="1505" cy="265"/>
                    </a:xfrm>
                  </p:grpSpPr>
                  <p:sp>
                    <p:nvSpPr>
                      <p:cNvPr id="375" name="Text Box 375"/>
                      <p:cNvSpPr>
                        <a:spLocks/>
                      </p:cNvSpPr>
                      <p:nvPr/>
                    </p:nvSpPr>
                    <p:spPr>
                      <a:xfrm>
                        <a:off x="4576" y="2034"/>
                        <a:ext cx="280" cy="265"/>
                      </a:xfrm>
                      <a:prstGeom prst="ellipse">
                        <a:avLst/>
                      </a:prstGeom>
                      <a:solidFill>
                        <a:srgbClr val="E6B380"/>
                      </a:solidFill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anchor="ctr" bIns="44450" lIns="90488" numCol="1" rIns="90488" tIns="44450" wrap="none"/>
                      <a:lstStyle/>
                      <a:p>
                        <a:pPr algn="ctr" indent="0" marL="0">
                          <a:spcBef>
                            <a:spcPct val="0"/>
                          </a:spcBef>
                          <a:buNone/>
                        </a:pPr>
                        <a:r>
                          <a:rPr b="1" dirty="0" lang="en-US" smtClean="0" sz="2000">
                            <a:latin charset="0" typeface="Arial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376" name="Text Box 376"/>
                      <p:cNvSpPr>
                        <a:spLocks/>
                      </p:cNvSpPr>
                      <p:nvPr/>
                    </p:nvSpPr>
                    <p:spPr>
                      <a:xfrm>
                        <a:off x="3351" y="2034"/>
                        <a:ext cx="280" cy="265"/>
                      </a:xfrm>
                      <a:prstGeom prst="ellipse">
                        <a:avLst/>
                      </a:prstGeom>
                      <a:solidFill>
                        <a:srgbClr val="E6B380"/>
                      </a:solidFill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anchor="ctr" bIns="44450" lIns="90488" numCol="1" rIns="90488" tIns="44450" wrap="none"/>
                      <a:lstStyle/>
                      <a:p>
                        <a:pPr algn="ctr" indent="0" marL="0">
                          <a:spcBef>
                            <a:spcPct val="0"/>
                          </a:spcBef>
                          <a:buNone/>
                        </a:pPr>
                        <a:r>
                          <a:rPr b="1" dirty="0" lang="en-US" smtClean="0" sz="2000">
                            <a:latin charset="0" typeface="Arial"/>
                          </a:rPr>
                          <a:t>2</a:t>
                        </a:r>
                      </a:p>
                    </p:txBody>
                  </p:sp>
                </p:grpSp>
              </p:grpSp>
              <p:sp>
                <p:nvSpPr>
                  <p:cNvPr id="377" name="Text Box 377"/>
                  <p:cNvSpPr>
                    <a:spLocks/>
                  </p:cNvSpPr>
                  <p:nvPr/>
                </p:nvSpPr>
                <p:spPr>
                  <a:xfrm>
                    <a:off x="4380" y="1665"/>
                    <a:ext cx="642" cy="22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bIns="44450" lIns="90488" numCol="1" rIns="90488" tIns="44450" wrap="none">
                    <a:spAutoFit/>
                  </a:bodyPr>
                  <a:lstStyle/>
                  <a:p>
                    <a:pPr indent="0" marL="0"/>
                    <a:r>
                      <a:rPr b="1" dirty="0" lang="en-US" smtClean="0" sz="1800">
                        <a:effectLst>
                          <a:outerShdw algn="tl" blurRad="38100" dir="2700000" dist="38100">
                            <a:srgbClr val="C0C0C0"/>
                          </a:outerShdw>
                        </a:effectLst>
                        <a:latin charset="0" typeface="Arial"/>
                      </a:rPr>
                      <a:t>Dummy</a:t>
                    </a:r>
                  </a:p>
                </p:txBody>
              </p:sp>
              <p:sp>
                <p:nvSpPr>
                  <p:cNvPr id="378" name="Text Box 378"/>
                  <p:cNvSpPr>
                    <a:spLocks/>
                  </p:cNvSpPr>
                  <p:nvPr/>
                </p:nvSpPr>
                <p:spPr>
                  <a:xfrm>
                    <a:off x="2855" y="1578"/>
                    <a:ext cx="858" cy="40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bIns="44450" lIns="90488" numCol="1" rIns="90488" tIns="44450" wrap="none">
                    <a:spAutoFit/>
                  </a:bodyPr>
                  <a:lstStyle/>
                  <a:p>
                    <a:pPr indent="0" marL="0"/>
                    <a:r>
                      <a:rPr b="1" dirty="0" lang="en-US" smtClean="0" sz="1800">
                        <a:effectLst>
                          <a:outerShdw algn="tl" blurRad="38100" dir="2700000" dist="38100">
                            <a:srgbClr val="C0C0C0"/>
                          </a:outerShdw>
                        </a:effectLst>
                        <a:latin charset="0" typeface="Arial"/>
                      </a:rPr>
                      <a:t>Lay </a:t>
                    </a:r>
                  </a:p>
                  <a:p>
                    <a:pPr indent="0" marL="0"/>
                    <a:r>
                      <a:rPr b="1" dirty="0" lang="en-US" smtClean="0" sz="1800">
                        <a:effectLst>
                          <a:outerShdw algn="tl" blurRad="38100" dir="2700000" dist="38100">
                            <a:srgbClr val="C0C0C0"/>
                          </a:outerShdw>
                        </a:effectLst>
                        <a:latin charset="0" typeface="Arial"/>
                      </a:rPr>
                      <a:t>foundation</a:t>
                    </a:r>
                  </a:p>
                </p:txBody>
              </p:sp>
              <p:sp>
                <p:nvSpPr>
                  <p:cNvPr id="379" name="Text Box 379"/>
                  <p:cNvSpPr>
                    <a:spLocks/>
                  </p:cNvSpPr>
                  <p:nvPr/>
                </p:nvSpPr>
                <p:spPr>
                  <a:xfrm>
                    <a:off x="3538" y="2464"/>
                    <a:ext cx="1098" cy="22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bIns="44450" lIns="90488" numCol="1" rIns="90488" tIns="44450" wrap="none">
                    <a:spAutoFit/>
                  </a:bodyPr>
                  <a:lstStyle/>
                  <a:p>
                    <a:pPr indent="0" marL="0"/>
                    <a:r>
                      <a:rPr b="1" dirty="0" lang="en-US" smtClean="0" sz="1800">
                        <a:effectLst>
                          <a:outerShdw algn="tl" blurRad="38100" dir="2700000" dist="38100">
                            <a:srgbClr val="C0C0C0"/>
                          </a:outerShdw>
                        </a:effectLst>
                        <a:latin charset="0" typeface="Arial"/>
                      </a:rPr>
                      <a:t>Order material</a:t>
                    </a:r>
                  </a:p>
                </p:txBody>
              </p:sp>
            </p:grpSp>
            <p:sp>
              <p:nvSpPr>
                <p:cNvPr id="380" name="Text Box 380"/>
                <p:cNvSpPr>
                  <a:spLocks/>
                </p:cNvSpPr>
                <p:nvPr/>
              </p:nvSpPr>
              <p:spPr>
                <a:xfrm>
                  <a:off x="3982" y="2150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numCol="1" wrap="none">
                  <a:spAutoFit/>
                </a:bodyPr>
                <a:lstStyle/>
                <a:p>
                  <a:pPr algn="ctr" indent="0" marL="0"/>
                  <a:r>
                    <a:rPr b="1" dirty="0" lang="en-US" smtClean="0" sz="1800">
                      <a:effectLst>
                        <a:outerShdw algn="tl" blurRad="38100" dir="2700000" dist="38100">
                          <a:srgbClr val="C0C0C0"/>
                        </a:outerShdw>
                      </a:effectLst>
                      <a:latin charset="0" typeface="Arial"/>
                    </a:rPr>
                    <a:t>1</a:t>
                  </a:r>
                </a:p>
              </p:txBody>
            </p:sp>
            <p:sp>
              <p:nvSpPr>
                <p:cNvPr id="381" name="Text Box 381"/>
                <p:cNvSpPr>
                  <a:spLocks/>
                </p:cNvSpPr>
                <p:nvPr/>
              </p:nvSpPr>
              <p:spPr>
                <a:xfrm>
                  <a:off x="3796" y="1875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numCol="1" wrap="none">
                  <a:spAutoFit/>
                </a:bodyPr>
                <a:lstStyle/>
                <a:p>
                  <a:pPr algn="ctr" indent="0" marL="0"/>
                  <a:r>
                    <a:rPr b="1" dirty="0" lang="en-US" smtClean="0" sz="1800">
                      <a:effectLst>
                        <a:outerShdw algn="tl" blurRad="38100" dir="2700000" dist="38100">
                          <a:srgbClr val="C0C0C0"/>
                        </a:outerShdw>
                      </a:effectLst>
                      <a:latin charset="0" typeface="Arial"/>
                    </a:rPr>
                    <a:t>2</a:t>
                  </a:r>
                </a:p>
              </p:txBody>
            </p:sp>
            <p:sp>
              <p:nvSpPr>
                <p:cNvPr id="382" name="Text Box 382"/>
                <p:cNvSpPr>
                  <a:spLocks/>
                </p:cNvSpPr>
                <p:nvPr/>
              </p:nvSpPr>
              <p:spPr>
                <a:xfrm>
                  <a:off x="4178" y="1875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numCol="1" wrap="none">
                  <a:spAutoFit/>
                </a:bodyPr>
                <a:lstStyle/>
                <a:p>
                  <a:pPr algn="ctr" indent="0" marL="0"/>
                  <a:r>
                    <a:rPr b="1" dirty="0" lang="en-US" smtClean="0" sz="1800">
                      <a:effectLst>
                        <a:outerShdw algn="tl" blurRad="38100" dir="2700000" dist="38100">
                          <a:srgbClr val="C0C0C0"/>
                        </a:outerShdw>
                      </a:effectLst>
                      <a:latin charset="0" typeface="Arial"/>
                    </a:rPr>
                    <a:t>0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 Box 383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384" name="Text Box 384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385" name="Text Box 385"/>
          <p:cNvSpPr>
            <a:spLocks/>
          </p:cNvSpPr>
          <p:nvPr>
            <p:ph type="title"/>
          </p:nvPr>
        </p:nvSpPr>
        <p:spPr>
          <a:xfrm>
            <a:off x="457200" y="228600"/>
            <a:ext cx="8305800" cy="9144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/>
              <a:t>Critical Path Method (CPM)</a:t>
            </a:r>
          </a:p>
        </p:txBody>
      </p:sp>
      <p:sp>
        <p:nvSpPr>
          <p:cNvPr id="386" name="Text Box 386"/>
          <p:cNvSpPr>
            <a:spLocks/>
          </p:cNvSpPr>
          <p:nvPr>
            <p:ph type="body"/>
          </p:nvPr>
        </p:nvSpPr>
        <p:spPr>
          <a:xfrm>
            <a:off x="423862" y="1304925"/>
            <a:ext cx="8186737" cy="4791075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spcBef>
                <a:spcPct val="50000"/>
              </a:spcBef>
            </a:pPr>
            <a:r>
              <a:rPr b="1" dirty="0" lang="en-US" smtClean="0" sz="2600"/>
              <a:t>CPM</a:t>
            </a:r>
            <a:r>
              <a:rPr dirty="0" lang="en-US" smtClean="0" sz="2600"/>
              <a:t> is a network diagramming technique used to predict total project duration.</a:t>
            </a:r>
          </a:p>
          <a:p>
            <a:pPr indent="-342900" marL="342900">
              <a:spcBef>
                <a:spcPct val="50000"/>
              </a:spcBef>
            </a:pPr>
            <a:r>
              <a:rPr dirty="0" lang="en-US" smtClean="0" sz="2600"/>
              <a:t>A </a:t>
            </a:r>
            <a:r>
              <a:rPr b="1" dirty="0" lang="en-US" smtClean="0" sz="2600"/>
              <a:t>critical path</a:t>
            </a:r>
            <a:r>
              <a:rPr dirty="0" lang="en-US" smtClean="0" sz="2600"/>
              <a:t> for a project is the series of activities that determines the </a:t>
            </a:r>
            <a:r>
              <a:rPr dirty="0" i="1" lang="en-US" smtClean="0" sz="2600"/>
              <a:t>earliest time</a:t>
            </a:r>
            <a:r>
              <a:rPr dirty="0" lang="en-US" smtClean="0" sz="2600"/>
              <a:t> by which the project can be completed.</a:t>
            </a:r>
          </a:p>
          <a:p>
            <a:pPr indent="-342900" marL="342900">
              <a:spcBef>
                <a:spcPct val="50000"/>
              </a:spcBef>
            </a:pPr>
            <a:r>
              <a:rPr dirty="0" lang="en-US" smtClean="0" sz="2600"/>
              <a:t>The critical path is the </a:t>
            </a:r>
            <a:r>
              <a:rPr dirty="0" i="1" lang="en-US" smtClean="0" sz="2600"/>
              <a:t>longest path</a:t>
            </a:r>
            <a:r>
              <a:rPr dirty="0" lang="en-US" smtClean="0" sz="2600"/>
              <a:t> through the network diagram and has the least amount of</a:t>
            </a:r>
            <a:r>
              <a:rPr b="1" dirty="0" lang="en-US" smtClean="0" sz="2600"/>
              <a:t> </a:t>
            </a:r>
            <a:r>
              <a:rPr dirty="0" lang="en-US" smtClean="0" sz="2600"/>
              <a:t>slack or float.</a:t>
            </a:r>
          </a:p>
          <a:p>
            <a:pPr indent="-342900" marL="342900">
              <a:spcBef>
                <a:spcPct val="50000"/>
              </a:spcBef>
            </a:pPr>
            <a:r>
              <a:rPr b="1" dirty="0" lang="en-US" smtClean="0" sz="2600"/>
              <a:t>Slack </a:t>
            </a:r>
            <a:r>
              <a:rPr dirty="0" lang="en-US" smtClean="0" sz="2600"/>
              <a:t>or</a:t>
            </a:r>
            <a:r>
              <a:rPr b="1" dirty="0" lang="en-US" smtClean="0" sz="2600"/>
              <a:t> float</a:t>
            </a:r>
            <a:r>
              <a:rPr dirty="0" lang="en-US" smtClean="0" sz="2600"/>
              <a:t> is</a:t>
            </a:r>
            <a:r>
              <a:rPr b="1" dirty="0" lang="en-US" smtClean="0" sz="2600"/>
              <a:t> </a:t>
            </a:r>
            <a:r>
              <a:rPr dirty="0" lang="en-US" smtClean="0" sz="2600"/>
              <a:t>the amount of time an activity can be delayed without delaying a succeeding activity or the project finish date.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 Box 387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388" name="Text Box 388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389" name="Text Box 389"/>
          <p:cNvSpPr>
            <a:spLocks/>
          </p:cNvSpPr>
          <p:nvPr/>
        </p:nvSpPr>
        <p:spPr>
          <a:xfrm>
            <a:off x="152400" y="0"/>
            <a:ext cx="7772400" cy="381000"/>
          </a:xfrm>
          <a:prstGeom prst="rect">
            <a:avLst/>
          </a:prstGeom>
          <a:noFill/>
          <a:ln>
            <a:noFill/>
          </a:ln>
        </p:spPr>
        <p:txBody>
          <a:bodyPr anchor="ctr" numCol="1"/>
          <a:lstStyle/>
          <a:p>
            <a:pPr indent="0" marL="0">
              <a:spcBef>
                <a:spcPct val="0"/>
              </a:spcBef>
              <a:buNone/>
            </a:pPr>
            <a:r>
              <a:rPr dirty="0" lang="en-US" smtClean="0" sz="3200">
                <a:solidFill>
                  <a:srgbClr val="666699"/>
                </a:solidFill>
                <a:latin charset="0" pitchFamily="18" typeface="Garamond"/>
              </a:rPr>
              <a:t>Forward Pass</a:t>
            </a:r>
          </a:p>
        </p:txBody>
      </p:sp>
      <p:sp>
        <p:nvSpPr>
          <p:cNvPr id="390" name="Text Box 390"/>
          <p:cNvSpPr>
            <a:spLocks/>
          </p:cNvSpPr>
          <p:nvPr/>
        </p:nvSpPr>
        <p:spPr>
          <a:xfrm>
            <a:off x="228600" y="457200"/>
            <a:ext cx="8763000" cy="26670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indent="-342900" marL="342900">
              <a:lnSpc>
                <a:spcPct val="90000"/>
              </a:lnSpc>
            </a:pPr>
            <a:r>
              <a:rPr dirty="0" lang="en-US" smtClean="0" sz="2000"/>
              <a:t>Earliest Start Time (ES)</a:t>
            </a:r>
          </a:p>
          <a:p>
            <a:pPr indent="-285750" lvl="1" marL="742950">
              <a:lnSpc>
                <a:spcPct val="90000"/>
              </a:lnSpc>
            </a:pPr>
            <a:r>
              <a:rPr dirty="0" lang="en-US" smtClean="0" sz="2200"/>
              <a:t>earliest time an activity can start </a:t>
            </a:r>
          </a:p>
          <a:p>
            <a:pPr indent="-285750" lvl="1" marL="742950">
              <a:lnSpc>
                <a:spcPct val="90000"/>
              </a:lnSpc>
            </a:pPr>
            <a:r>
              <a:rPr dirty="0" lang="en-US" smtClean="0" sz="2200"/>
              <a:t>ES = maximum EF of immediate predecessors</a:t>
            </a:r>
          </a:p>
          <a:p>
            <a:pPr indent="-342900" marL="342900">
              <a:lnSpc>
                <a:spcPct val="90000"/>
              </a:lnSpc>
            </a:pPr>
            <a:r>
              <a:rPr dirty="0" lang="en-US" smtClean="0" sz="2000"/>
              <a:t>Earliest finish time (EF)</a:t>
            </a:r>
          </a:p>
          <a:p>
            <a:pPr indent="-285750" lvl="1" marL="742950">
              <a:lnSpc>
                <a:spcPct val="90000"/>
              </a:lnSpc>
            </a:pPr>
            <a:r>
              <a:rPr dirty="0" lang="en-US" smtClean="0" sz="2200"/>
              <a:t>earliest time an activity can finish</a:t>
            </a:r>
          </a:p>
          <a:p>
            <a:pPr indent="-285750" lvl="1" marL="742950">
              <a:lnSpc>
                <a:spcPct val="90000"/>
              </a:lnSpc>
            </a:pPr>
            <a:r>
              <a:rPr dirty="0" lang="en-US" smtClean="0" sz="2200"/>
              <a:t>earliest start time plus  activity time</a:t>
            </a:r>
          </a:p>
          <a:p>
            <a:pPr algn="ctr" indent="-228600" lvl="2" marL="1143000">
              <a:lnSpc>
                <a:spcPct val="90000"/>
              </a:lnSpc>
              <a:buNone/>
            </a:pPr>
            <a:r>
              <a:rPr dirty="0" lang="en-US" smtClean="0"/>
              <a:t>EF= ES + </a:t>
            </a:r>
            <a:r>
              <a:rPr dirty="0" i="1" lang="en-US" smtClean="0"/>
              <a:t>t</a:t>
            </a:r>
          </a:p>
        </p:txBody>
      </p:sp>
      <p:sp>
        <p:nvSpPr>
          <p:cNvPr id="391" name="Text Box 391"/>
          <p:cNvSpPr>
            <a:spLocks/>
          </p:cNvSpPr>
          <p:nvPr/>
        </p:nvSpPr>
        <p:spPr>
          <a:xfrm>
            <a:off x="0" y="3657600"/>
            <a:ext cx="8763000" cy="2565400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Tx/>
              <a:buChar char="w"/>
            </a:pPr>
            <a:r>
              <a:rPr dirty="0" lang="en-US" smtClean="0" sz="2000">
                <a:latin charset="0" typeface="Helvetica"/>
              </a:rPr>
              <a:t>Latest Start Time (LS)</a:t>
            </a:r>
          </a:p>
          <a:p>
            <a:pPr indent="0" lvl="1" marL="457200">
              <a:lnSpc>
                <a:spcPct val="80000"/>
              </a:lnSpc>
              <a:spcBef>
                <a:spcPct val="50000"/>
              </a:spcBef>
              <a:buNone/>
            </a:pPr>
            <a:r>
              <a:rPr dirty="0" lang="en-US" smtClean="0" sz="2000">
                <a:latin charset="0" typeface="Helvetica"/>
              </a:rPr>
              <a:t>Latest time an activity can start without delaying critical path time </a:t>
            </a:r>
          </a:p>
          <a:p>
            <a:pPr indent="0" lvl="2" marL="914400">
              <a:lnSpc>
                <a:spcPct val="80000"/>
              </a:lnSpc>
              <a:spcBef>
                <a:spcPct val="50000"/>
              </a:spcBef>
              <a:buNone/>
            </a:pPr>
            <a:r>
              <a:rPr dirty="0" lang="en-US" smtClean="0" sz="2000">
                <a:latin charset="0" typeface="Helvetica"/>
              </a:rPr>
              <a:t>LS= LF - </a:t>
            </a:r>
            <a:r>
              <a:rPr dirty="0" i="1" lang="en-US" smtClean="0" sz="2000">
                <a:latin charset="0" typeface="Helvetica"/>
              </a:rPr>
              <a:t>t</a:t>
            </a:r>
          </a:p>
          <a:p>
            <a:pPr indent="0" marL="0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Tx/>
              <a:buChar char="w"/>
            </a:pPr>
            <a:r>
              <a:rPr dirty="0" lang="en-US" smtClean="0" sz="2000">
                <a:latin charset="0" typeface="Helvetica"/>
              </a:rPr>
              <a:t>Latest finish time (LF)</a:t>
            </a:r>
          </a:p>
          <a:p>
            <a:pPr indent="0" lvl="1" marL="457200">
              <a:lnSpc>
                <a:spcPct val="80000"/>
              </a:lnSpc>
              <a:spcBef>
                <a:spcPct val="50000"/>
              </a:spcBef>
              <a:buNone/>
            </a:pPr>
            <a:r>
              <a:rPr dirty="0" lang="en-US" smtClean="0" sz="2000">
                <a:latin charset="0" typeface="Helvetica"/>
              </a:rPr>
              <a:t>latest time an activity can be completed without delaying critical path time</a:t>
            </a:r>
          </a:p>
          <a:p>
            <a:pPr indent="0" lvl="1" marL="457200">
              <a:lnSpc>
                <a:spcPct val="80000"/>
              </a:lnSpc>
              <a:spcBef>
                <a:spcPct val="50000"/>
              </a:spcBef>
              <a:buNone/>
            </a:pPr>
            <a:r>
              <a:rPr dirty="0" lang="en-US" smtClean="0" sz="2000">
                <a:latin charset="0" typeface="Helvetica"/>
              </a:rPr>
              <a:t>LS = minimum LS of immediate predecessors</a:t>
            </a:r>
          </a:p>
        </p:txBody>
      </p:sp>
      <p:sp>
        <p:nvSpPr>
          <p:cNvPr id="392" name="Text Box 392"/>
          <p:cNvSpPr>
            <a:spLocks/>
          </p:cNvSpPr>
          <p:nvPr/>
        </p:nvSpPr>
        <p:spPr>
          <a:xfrm>
            <a:off x="0" y="2971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="ctr" numCol="1"/>
          <a:lstStyle/>
          <a:p>
            <a:pPr indent="0" marL="0">
              <a:spcBef>
                <a:spcPct val="0"/>
              </a:spcBef>
              <a:buNone/>
            </a:pPr>
            <a:r>
              <a:rPr dirty="0" lang="en-US" smtClean="0" sz="3200">
                <a:solidFill>
                  <a:schemeClr val="tx2"/>
                </a:solidFill>
              </a:rPr>
              <a:t>Backward Pass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 Box 393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394" name="Text Box 394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395" name="Text Box 395"/>
          <p:cNvSpPr>
            <a:spLocks/>
          </p:cNvSpPr>
          <p:nvPr>
            <p:ph type="title"/>
          </p:nvPr>
        </p:nvSpPr>
        <p:spPr>
          <a:xfrm>
            <a:off x="304800" y="228600"/>
            <a:ext cx="7772400" cy="3810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l" indent="0" marL="0"/>
            <a:r>
              <a:rPr dirty="0" lang="en-US" smtClean="0" sz="3200"/>
              <a:t>CPM analysis</a:t>
            </a:r>
          </a:p>
        </p:txBody>
      </p:sp>
      <p:sp>
        <p:nvSpPr>
          <p:cNvPr id="396" name="Text Box 396"/>
          <p:cNvSpPr>
            <a:spLocks/>
          </p:cNvSpPr>
          <p:nvPr>
            <p:ph type="body"/>
          </p:nvPr>
        </p:nvSpPr>
        <p:spPr>
          <a:xfrm>
            <a:off x="419100" y="876300"/>
            <a:ext cx="8496300" cy="51054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 sz="2000"/>
              <a:t>Draw the CPM network</a:t>
            </a:r>
          </a:p>
          <a:p>
            <a:pPr indent="-342900" marL="342900"/>
            <a:r>
              <a:rPr dirty="0" lang="en-US" smtClean="0" sz="2000"/>
              <a:t>Analyze the paths through the network</a:t>
            </a:r>
          </a:p>
          <a:p>
            <a:pPr indent="-342900" marL="342900"/>
            <a:r>
              <a:rPr dirty="0" lang="en-US" smtClean="0" sz="2000"/>
              <a:t>Determine the float for each activity</a:t>
            </a:r>
          </a:p>
          <a:p>
            <a:pPr indent="-285750" lvl="1" marL="742950"/>
            <a:r>
              <a:rPr dirty="0" lang="en-US" smtClean="0" sz="2200"/>
              <a:t>Compute the activity’s float</a:t>
            </a:r>
          </a:p>
          <a:p>
            <a:pPr indent="-285750" lvl="1" marL="742950">
              <a:buNone/>
            </a:pPr>
            <a:r>
              <a:rPr dirty="0" lang="en-US" smtClean="0" sz="2200"/>
              <a:t>			  float = LS - ES = LF - EF</a:t>
            </a:r>
          </a:p>
          <a:p>
            <a:pPr indent="-285750" lvl="1" marL="742950"/>
            <a:r>
              <a:rPr dirty="0" lang="en-US" smtClean="0" sz="2200"/>
              <a:t>Float is the maximum amount of time that this activity can be delay in its completion before it becomes a critical activity, i.e., delays completion of the project</a:t>
            </a:r>
          </a:p>
          <a:p>
            <a:pPr indent="-342900" marL="342900"/>
            <a:r>
              <a:rPr dirty="0" lang="en-US" smtClean="0" sz="2000"/>
              <a:t>Find the critical path is that the sequence of activities and events where there is no “slack”  i.e..   </a:t>
            </a:r>
            <a:r>
              <a:rPr dirty="0" lang="en-US" smtClean="0" sz="2000">
                <a:solidFill>
                  <a:schemeClr val="tx2"/>
                </a:solidFill>
              </a:rPr>
              <a:t>Zero slack</a:t>
            </a:r>
          </a:p>
          <a:p>
            <a:pPr indent="-285750" lvl="1" marL="742950"/>
            <a:r>
              <a:rPr dirty="0" lang="en-US" smtClean="0" sz="2200"/>
              <a:t>Longest path through a network</a:t>
            </a:r>
          </a:p>
          <a:p>
            <a:pPr indent="-342900" marL="342900"/>
            <a:r>
              <a:rPr dirty="0" lang="en-US" smtClean="0" sz="2000"/>
              <a:t>Find the project duration is minimum project completion 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Box 397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398" name="Text Box 398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399" name="Text Box 399"/>
          <p:cNvSpPr>
            <a:spLocks/>
          </p:cNvSpPr>
          <p:nvPr>
            <p:ph type="title"/>
          </p:nvPr>
        </p:nvSpPr>
        <p:spPr>
          <a:xfrm>
            <a:off x="381000" y="152400"/>
            <a:ext cx="7772400" cy="7620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 sz="3600"/>
              <a:t>CPM Example: </a:t>
            </a:r>
          </a:p>
        </p:txBody>
      </p:sp>
      <p:sp>
        <p:nvSpPr>
          <p:cNvPr id="400" name="Text Box 400"/>
          <p:cNvSpPr>
            <a:spLocks/>
          </p:cNvSpPr>
          <p:nvPr>
            <p:ph type="body"/>
          </p:nvPr>
        </p:nvSpPr>
        <p:spPr>
          <a:xfrm>
            <a:off x="457200" y="990600"/>
            <a:ext cx="7772400" cy="436562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lnSpc>
                <a:spcPct val="90000"/>
              </a:lnSpc>
            </a:pPr>
            <a:r>
              <a:rPr b="1" dirty="0" lang="en-US" smtClean="0" sz="2000"/>
              <a:t>CPM Network</a:t>
            </a:r>
          </a:p>
        </p:txBody>
      </p:sp>
      <p:grpSp>
        <p:nvGrpSpPr>
          <p:cNvPr id="402" name="Group 402"/>
          <p:cNvGrpSpPr>
            <a:grpSpLocks noChangeAspect="0" noGrp="0" noMove="0" noRot="0" noSelect="0" noUngrp="0"/>
          </p:cNvGrpSpPr>
          <p:nvPr/>
        </p:nvGrpSpPr>
        <p:grpSpPr>
          <a:xfrm>
            <a:off x="1219200" y="2057400"/>
            <a:ext cx="7156450" cy="3429000"/>
            <a:chOff x="672" y="912"/>
            <a:chExt cx="4508" cy="3072"/>
          </a:xfrm>
        </p:grpSpPr>
        <p:sp>
          <p:nvSpPr>
            <p:cNvPr id="403" name="Text Box 403"/>
            <p:cNvSpPr>
              <a:spLocks/>
            </p:cNvSpPr>
            <p:nvPr/>
          </p:nvSpPr>
          <p:spPr>
            <a:xfrm>
              <a:off x="672" y="2280"/>
              <a:ext cx="263" cy="25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FFFFFF"/>
              </a:solidFill>
              <a:round/>
              <a:headEnd/>
              <a:tailEnd/>
            </a:ln>
            <a:effectLst>
              <a:outerShdw blurRad="63500">
                <a:schemeClr val="bg2"/>
              </a:outerShdw>
            </a:effectLst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404" name="Text Box 404"/>
            <p:cNvSpPr>
              <a:spLocks/>
            </p:cNvSpPr>
            <p:nvPr/>
          </p:nvSpPr>
          <p:spPr>
            <a:xfrm>
              <a:off x="4917" y="2280"/>
              <a:ext cx="263" cy="25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FFFFFF"/>
              </a:solidFill>
              <a:round/>
              <a:headEnd/>
              <a:tailEnd/>
            </a:ln>
            <a:effectLst>
              <a:outerShdw blurRad="63500">
                <a:schemeClr val="bg2"/>
              </a:outerShdw>
            </a:effectLst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405" name="Text Box 405"/>
            <p:cNvSpPr>
              <a:spLocks/>
            </p:cNvSpPr>
            <p:nvPr/>
          </p:nvSpPr>
          <p:spPr>
            <a:xfrm>
              <a:off x="2117" y="1270"/>
              <a:ext cx="263" cy="25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FFFFFF"/>
              </a:solidFill>
              <a:round/>
              <a:headEnd/>
              <a:tailEnd/>
            </a:ln>
            <a:effectLst>
              <a:outerShdw blurRad="63500">
                <a:schemeClr val="bg2"/>
              </a:outerShdw>
            </a:effectLst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406" name="Text Box 406"/>
            <p:cNvSpPr>
              <a:spLocks/>
            </p:cNvSpPr>
            <p:nvPr/>
          </p:nvSpPr>
          <p:spPr>
            <a:xfrm>
              <a:off x="3246" y="1797"/>
              <a:ext cx="263" cy="25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FFFFFF"/>
              </a:solidFill>
              <a:round/>
              <a:headEnd/>
              <a:tailEnd/>
            </a:ln>
            <a:effectLst>
              <a:outerShdw blurRad="63500">
                <a:schemeClr val="bg2"/>
              </a:outerShdw>
            </a:effectLst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407" name="Text Box 407"/>
            <p:cNvSpPr>
              <a:spLocks/>
            </p:cNvSpPr>
            <p:nvPr/>
          </p:nvSpPr>
          <p:spPr>
            <a:xfrm>
              <a:off x="2072" y="3728"/>
              <a:ext cx="263" cy="25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FFFFFF"/>
              </a:solidFill>
              <a:round/>
              <a:headEnd/>
              <a:tailEnd/>
            </a:ln>
            <a:effectLst>
              <a:outerShdw blurRad="63500">
                <a:schemeClr val="bg2"/>
              </a:outerShdw>
            </a:effectLst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408" name="Text Box 408"/>
            <p:cNvSpPr>
              <a:spLocks/>
            </p:cNvSpPr>
            <p:nvPr/>
          </p:nvSpPr>
          <p:spPr>
            <a:xfrm>
              <a:off x="2072" y="2631"/>
              <a:ext cx="263" cy="25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FFFFFF"/>
              </a:solidFill>
              <a:round/>
              <a:headEnd/>
              <a:tailEnd/>
            </a:ln>
            <a:effectLst>
              <a:outerShdw blurRad="63500">
                <a:schemeClr val="bg2"/>
              </a:outerShdw>
            </a:effectLst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409" name="Text Box 409"/>
            <p:cNvSpPr>
              <a:spLocks/>
            </p:cNvSpPr>
            <p:nvPr/>
          </p:nvSpPr>
          <p:spPr>
            <a:xfrm flipV="1">
              <a:off x="898" y="1440"/>
              <a:ext cx="1211" cy="842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/>
              <a:tailEnd type="triangle"/>
            </a:ln>
            <a:effectLst>
              <a:outerShdw blurRad="63500">
                <a:schemeClr val="bg2"/>
              </a:outerShdw>
            </a:effectLst>
          </p:spPr>
        </p:sp>
        <p:sp>
          <p:nvSpPr>
            <p:cNvPr id="410" name="Text Box 410"/>
            <p:cNvSpPr>
              <a:spLocks/>
            </p:cNvSpPr>
            <p:nvPr/>
          </p:nvSpPr>
          <p:spPr>
            <a:xfrm flipV="1">
              <a:off x="2388" y="1044"/>
              <a:ext cx="1302" cy="314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/>
              <a:tailEnd type="triangle"/>
            </a:ln>
            <a:effectLst>
              <a:outerShdw blurRad="63500">
                <a:schemeClr val="bg2"/>
              </a:outerShdw>
            </a:effectLst>
          </p:spPr>
        </p:sp>
        <p:sp>
          <p:nvSpPr>
            <p:cNvPr id="411" name="Text Box 411"/>
            <p:cNvSpPr>
              <a:spLocks/>
            </p:cNvSpPr>
            <p:nvPr/>
          </p:nvSpPr>
          <p:spPr>
            <a:xfrm>
              <a:off x="3965" y="1088"/>
              <a:ext cx="989" cy="1183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/>
              <a:tailEnd type="triangle"/>
            </a:ln>
            <a:effectLst>
              <a:outerShdw blurRad="63500">
                <a:schemeClr val="bg2"/>
              </a:outerShdw>
            </a:effectLst>
          </p:spPr>
        </p:sp>
        <p:sp>
          <p:nvSpPr>
            <p:cNvPr id="412" name="Text Box 412"/>
            <p:cNvSpPr>
              <a:spLocks/>
            </p:cNvSpPr>
            <p:nvPr/>
          </p:nvSpPr>
          <p:spPr>
            <a:xfrm>
              <a:off x="2343" y="1489"/>
              <a:ext cx="895" cy="38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/>
              <a:tailEnd type="triangle"/>
            </a:ln>
            <a:effectLst>
              <a:outerShdw blurRad="63500">
                <a:schemeClr val="bg2"/>
              </a:outerShdw>
            </a:effectLst>
          </p:spPr>
        </p:sp>
        <p:sp>
          <p:nvSpPr>
            <p:cNvPr id="413" name="Text Box 413"/>
            <p:cNvSpPr>
              <a:spLocks/>
            </p:cNvSpPr>
            <p:nvPr/>
          </p:nvSpPr>
          <p:spPr>
            <a:xfrm>
              <a:off x="3517" y="1973"/>
              <a:ext cx="1392" cy="431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/>
              <a:tailEnd type="triangle"/>
            </a:ln>
            <a:effectLst>
              <a:outerShdw blurRad="63500">
                <a:schemeClr val="bg2"/>
              </a:outerShdw>
            </a:effectLst>
          </p:spPr>
        </p:sp>
        <p:sp>
          <p:nvSpPr>
            <p:cNvPr id="414" name="Text Box 414"/>
            <p:cNvSpPr>
              <a:spLocks/>
            </p:cNvSpPr>
            <p:nvPr/>
          </p:nvSpPr>
          <p:spPr>
            <a:xfrm>
              <a:off x="943" y="2411"/>
              <a:ext cx="1121" cy="30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/>
              <a:tailEnd type="triangle"/>
            </a:ln>
            <a:effectLst>
              <a:outerShdw blurRad="63500">
                <a:schemeClr val="bg2"/>
              </a:outerShdw>
            </a:effectLst>
          </p:spPr>
        </p:sp>
        <p:sp>
          <p:nvSpPr>
            <p:cNvPr id="415" name="Text Box 415"/>
            <p:cNvSpPr>
              <a:spLocks/>
            </p:cNvSpPr>
            <p:nvPr/>
          </p:nvSpPr>
          <p:spPr>
            <a:xfrm>
              <a:off x="3743" y="3070"/>
              <a:ext cx="263" cy="25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FFFFFF"/>
              </a:solidFill>
              <a:round/>
              <a:headEnd/>
              <a:tailEnd/>
            </a:ln>
            <a:effectLst>
              <a:outerShdw blurRad="63500">
                <a:schemeClr val="bg2"/>
              </a:outerShdw>
            </a:effectLst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416" name="Text Box 416"/>
            <p:cNvSpPr>
              <a:spLocks/>
            </p:cNvSpPr>
            <p:nvPr/>
          </p:nvSpPr>
          <p:spPr>
            <a:xfrm>
              <a:off x="2343" y="2806"/>
              <a:ext cx="1392" cy="344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/>
              <a:tailEnd type="triangle"/>
            </a:ln>
            <a:effectLst>
              <a:outerShdw blurRad="63500">
                <a:schemeClr val="bg2"/>
              </a:outerShdw>
            </a:effectLst>
          </p:spPr>
        </p:sp>
        <p:sp>
          <p:nvSpPr>
            <p:cNvPr id="417" name="Text Box 417"/>
            <p:cNvSpPr>
              <a:spLocks/>
            </p:cNvSpPr>
            <p:nvPr/>
          </p:nvSpPr>
          <p:spPr>
            <a:xfrm>
              <a:off x="898" y="2543"/>
              <a:ext cx="1211" cy="1222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/>
              <a:tailEnd type="triangle"/>
            </a:ln>
            <a:effectLst>
              <a:outerShdw blurRad="63500">
                <a:schemeClr val="bg2"/>
              </a:outerShdw>
            </a:effectLst>
          </p:spPr>
        </p:sp>
        <p:sp>
          <p:nvSpPr>
            <p:cNvPr id="418" name="Text Box 418"/>
            <p:cNvSpPr>
              <a:spLocks/>
            </p:cNvSpPr>
            <p:nvPr/>
          </p:nvSpPr>
          <p:spPr>
            <a:xfrm flipV="1">
              <a:off x="2343" y="3281"/>
              <a:ext cx="1437" cy="579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/>
              <a:tailEnd type="triangle"/>
            </a:ln>
            <a:effectLst>
              <a:outerShdw blurRad="63500">
                <a:schemeClr val="bg2"/>
              </a:outerShdw>
            </a:effectLst>
          </p:spPr>
        </p:sp>
        <p:sp>
          <p:nvSpPr>
            <p:cNvPr id="419" name="Text Box 419"/>
            <p:cNvSpPr>
              <a:spLocks/>
            </p:cNvSpPr>
            <p:nvPr/>
          </p:nvSpPr>
          <p:spPr>
            <a:xfrm flipV="1">
              <a:off x="4013" y="2536"/>
              <a:ext cx="941" cy="622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/>
              <a:tailEnd type="triangle"/>
            </a:ln>
            <a:effectLst>
              <a:outerShdw blurRad="63500">
                <a:schemeClr val="bg2"/>
              </a:outerShdw>
            </a:effectLst>
          </p:spPr>
        </p:sp>
        <p:sp>
          <p:nvSpPr>
            <p:cNvPr id="420" name="Text Box 420"/>
            <p:cNvSpPr>
              <a:spLocks/>
            </p:cNvSpPr>
            <p:nvPr/>
          </p:nvSpPr>
          <p:spPr>
            <a:xfrm>
              <a:off x="1150" y="1536"/>
              <a:ext cx="434" cy="407"/>
            </a:xfrm>
            <a:prstGeom prst="rect">
              <a:avLst/>
            </a:prstGeom>
            <a:noFill/>
            <a:ln>
              <a:noFill/>
            </a:ln>
            <a:effectLst>
              <a:outerShdw blurRad="63500">
                <a:schemeClr val="bg2"/>
              </a:outerShdw>
            </a:effectLst>
          </p:spPr>
          <p:txBody>
            <a:bodyPr bIns="44450" lIns="90488" numCol="1" rIns="90488" tIns="44450" wrap="none">
              <a:spAutoFit/>
            </a:bodyPr>
            <a:lstStyle/>
            <a:p>
              <a:pPr indent="0" marL="0"/>
              <a:r>
                <a:rPr dirty="0" lang="en-US" smtClean="0">
                  <a:solidFill>
                    <a:srgbClr val="FFFFFF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  <a:latin charset="0" typeface="Arial"/>
                </a:rPr>
                <a:t>a, 6</a:t>
              </a:r>
            </a:p>
          </p:txBody>
        </p:sp>
        <p:sp>
          <p:nvSpPr>
            <p:cNvPr id="421" name="Text Box 421"/>
            <p:cNvSpPr>
              <a:spLocks/>
            </p:cNvSpPr>
            <p:nvPr/>
          </p:nvSpPr>
          <p:spPr>
            <a:xfrm>
              <a:off x="2692" y="912"/>
              <a:ext cx="487" cy="407"/>
            </a:xfrm>
            <a:prstGeom prst="rect">
              <a:avLst/>
            </a:prstGeom>
            <a:noFill/>
            <a:ln>
              <a:noFill/>
            </a:ln>
            <a:effectLst>
              <a:outerShdw blurRad="63500">
                <a:schemeClr val="bg2"/>
              </a:outerShdw>
            </a:effectLst>
          </p:spPr>
          <p:txBody>
            <a:bodyPr bIns="44450" lIns="90488" numCol="1" rIns="90488" tIns="44450" wrap="none">
              <a:spAutoFit/>
            </a:bodyPr>
            <a:lstStyle/>
            <a:p>
              <a:pPr indent="0" marL="0"/>
              <a:r>
                <a:rPr dirty="0" lang="en-US" smtClean="0">
                  <a:solidFill>
                    <a:srgbClr val="FFFFFF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  <a:latin charset="0" typeface="Arial"/>
                </a:rPr>
                <a:t>f, 15</a:t>
              </a:r>
            </a:p>
          </p:txBody>
        </p:sp>
        <p:sp>
          <p:nvSpPr>
            <p:cNvPr id="422" name="Text Box 422"/>
            <p:cNvSpPr>
              <a:spLocks/>
            </p:cNvSpPr>
            <p:nvPr/>
          </p:nvSpPr>
          <p:spPr>
            <a:xfrm>
              <a:off x="1426" y="2256"/>
              <a:ext cx="434" cy="407"/>
            </a:xfrm>
            <a:prstGeom prst="rect">
              <a:avLst/>
            </a:prstGeom>
            <a:noFill/>
            <a:ln>
              <a:noFill/>
            </a:ln>
            <a:effectLst>
              <a:outerShdw blurRad="63500">
                <a:schemeClr val="bg2"/>
              </a:outerShdw>
            </a:effectLst>
          </p:spPr>
          <p:txBody>
            <a:bodyPr bIns="44450" lIns="90488" numCol="1" rIns="90488" tIns="44450" wrap="none">
              <a:spAutoFit/>
            </a:bodyPr>
            <a:lstStyle/>
            <a:p>
              <a:pPr indent="0" marL="0"/>
              <a:r>
                <a:rPr dirty="0" lang="en-US" smtClean="0">
                  <a:solidFill>
                    <a:srgbClr val="FFFFFF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  <a:latin charset="0" typeface="Arial"/>
                </a:rPr>
                <a:t>b, 8</a:t>
              </a:r>
            </a:p>
          </p:txBody>
        </p:sp>
        <p:sp>
          <p:nvSpPr>
            <p:cNvPr id="423" name="Text Box 423"/>
            <p:cNvSpPr>
              <a:spLocks/>
            </p:cNvSpPr>
            <p:nvPr/>
          </p:nvSpPr>
          <p:spPr>
            <a:xfrm>
              <a:off x="1689" y="3074"/>
              <a:ext cx="423" cy="407"/>
            </a:xfrm>
            <a:prstGeom prst="rect">
              <a:avLst/>
            </a:prstGeom>
            <a:noFill/>
            <a:ln>
              <a:noFill/>
            </a:ln>
            <a:effectLst>
              <a:outerShdw blurRad="63500">
                <a:schemeClr val="bg2"/>
              </a:outerShdw>
            </a:effectLst>
          </p:spPr>
          <p:txBody>
            <a:bodyPr bIns="44450" lIns="90488" numCol="1" rIns="90488" tIns="44450" wrap="none">
              <a:spAutoFit/>
            </a:bodyPr>
            <a:lstStyle/>
            <a:p>
              <a:pPr indent="0" marL="0"/>
              <a:r>
                <a:rPr dirty="0" lang="en-US" smtClean="0">
                  <a:solidFill>
                    <a:srgbClr val="FFFFFF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  <a:latin charset="0" typeface="Arial"/>
                </a:rPr>
                <a:t>c, 5</a:t>
              </a:r>
            </a:p>
          </p:txBody>
        </p:sp>
        <p:sp>
          <p:nvSpPr>
            <p:cNvPr id="424" name="Text Box 424"/>
            <p:cNvSpPr>
              <a:spLocks/>
            </p:cNvSpPr>
            <p:nvPr/>
          </p:nvSpPr>
          <p:spPr>
            <a:xfrm>
              <a:off x="2638" y="3313"/>
              <a:ext cx="434" cy="407"/>
            </a:xfrm>
            <a:prstGeom prst="rect">
              <a:avLst/>
            </a:prstGeom>
            <a:noFill/>
            <a:ln>
              <a:noFill/>
            </a:ln>
            <a:effectLst>
              <a:outerShdw blurRad="63500">
                <a:schemeClr val="bg2"/>
              </a:outerShdw>
            </a:effectLst>
          </p:spPr>
          <p:txBody>
            <a:bodyPr bIns="44450" lIns="90488" numCol="1" rIns="90488" tIns="44450" wrap="none">
              <a:spAutoFit/>
            </a:bodyPr>
            <a:lstStyle/>
            <a:p>
              <a:pPr indent="0" marL="0"/>
              <a:r>
                <a:rPr dirty="0" lang="en-US" smtClean="0">
                  <a:solidFill>
                    <a:srgbClr val="FFFFFF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  <a:latin charset="0" typeface="Arial"/>
                </a:rPr>
                <a:t>e, 9</a:t>
              </a:r>
            </a:p>
          </p:txBody>
        </p:sp>
        <p:sp>
          <p:nvSpPr>
            <p:cNvPr id="425" name="Text Box 425"/>
            <p:cNvSpPr>
              <a:spLocks/>
            </p:cNvSpPr>
            <p:nvPr/>
          </p:nvSpPr>
          <p:spPr>
            <a:xfrm>
              <a:off x="2737" y="2593"/>
              <a:ext cx="541" cy="407"/>
            </a:xfrm>
            <a:prstGeom prst="rect">
              <a:avLst/>
            </a:prstGeom>
            <a:noFill/>
            <a:ln>
              <a:noFill/>
            </a:ln>
            <a:effectLst>
              <a:outerShdw blurRad="63500">
                <a:schemeClr val="bg2"/>
              </a:outerShdw>
            </a:effectLst>
          </p:spPr>
          <p:txBody>
            <a:bodyPr bIns="44450" lIns="90488" numCol="1" rIns="90488" tIns="44450" wrap="none">
              <a:spAutoFit/>
            </a:bodyPr>
            <a:lstStyle/>
            <a:p>
              <a:pPr indent="0" marL="0"/>
              <a:r>
                <a:rPr dirty="0" lang="en-US" smtClean="0">
                  <a:solidFill>
                    <a:srgbClr val="FFFFFF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  <a:latin charset="0" typeface="Arial"/>
                </a:rPr>
                <a:t>d, 13</a:t>
              </a:r>
            </a:p>
          </p:txBody>
        </p:sp>
        <p:sp>
          <p:nvSpPr>
            <p:cNvPr id="426" name="Text Box 426"/>
            <p:cNvSpPr>
              <a:spLocks/>
            </p:cNvSpPr>
            <p:nvPr/>
          </p:nvSpPr>
          <p:spPr>
            <a:xfrm>
              <a:off x="2819" y="1394"/>
              <a:ext cx="541" cy="407"/>
            </a:xfrm>
            <a:prstGeom prst="rect">
              <a:avLst/>
            </a:prstGeom>
            <a:noFill/>
            <a:ln>
              <a:noFill/>
            </a:ln>
            <a:effectLst>
              <a:outerShdw blurRad="63500">
                <a:schemeClr val="bg2"/>
              </a:outerShdw>
            </a:effectLst>
          </p:spPr>
          <p:txBody>
            <a:bodyPr bIns="44450" lIns="90488" numCol="1" rIns="90488" tIns="44450" wrap="none">
              <a:spAutoFit/>
            </a:bodyPr>
            <a:lstStyle/>
            <a:p>
              <a:pPr indent="0" marL="0"/>
              <a:r>
                <a:rPr dirty="0" lang="en-US" smtClean="0">
                  <a:solidFill>
                    <a:srgbClr val="FFFFFF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  <a:latin charset="0" typeface="Arial"/>
                </a:rPr>
                <a:t>g, 17</a:t>
              </a:r>
            </a:p>
          </p:txBody>
        </p:sp>
        <p:sp>
          <p:nvSpPr>
            <p:cNvPr id="427" name="Text Box 427"/>
            <p:cNvSpPr>
              <a:spLocks/>
            </p:cNvSpPr>
            <p:nvPr/>
          </p:nvSpPr>
          <p:spPr>
            <a:xfrm>
              <a:off x="4408" y="1346"/>
              <a:ext cx="434" cy="407"/>
            </a:xfrm>
            <a:prstGeom prst="rect">
              <a:avLst/>
            </a:prstGeom>
            <a:noFill/>
            <a:ln>
              <a:noFill/>
            </a:ln>
            <a:effectLst>
              <a:outerShdw blurRad="63500">
                <a:schemeClr val="bg2"/>
              </a:outerShdw>
            </a:effectLst>
          </p:spPr>
          <p:txBody>
            <a:bodyPr bIns="44450" lIns="90488" numCol="1" rIns="90488" tIns="44450" wrap="none">
              <a:spAutoFit/>
            </a:bodyPr>
            <a:lstStyle/>
            <a:p>
              <a:pPr indent="0" marL="0"/>
              <a:r>
                <a:rPr dirty="0" lang="en-US" smtClean="0">
                  <a:solidFill>
                    <a:srgbClr val="FFFFFF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  <a:latin charset="0" typeface="Arial"/>
                </a:rPr>
                <a:t>h, 9</a:t>
              </a:r>
            </a:p>
          </p:txBody>
        </p:sp>
        <p:sp>
          <p:nvSpPr>
            <p:cNvPr id="428" name="Text Box 428"/>
            <p:cNvSpPr>
              <a:spLocks/>
            </p:cNvSpPr>
            <p:nvPr/>
          </p:nvSpPr>
          <p:spPr>
            <a:xfrm>
              <a:off x="3866" y="1777"/>
              <a:ext cx="370" cy="407"/>
            </a:xfrm>
            <a:prstGeom prst="rect">
              <a:avLst/>
            </a:prstGeom>
            <a:noFill/>
            <a:ln>
              <a:noFill/>
            </a:ln>
            <a:effectLst>
              <a:outerShdw blurRad="63500">
                <a:schemeClr val="bg2"/>
              </a:outerShdw>
            </a:effectLst>
          </p:spPr>
          <p:txBody>
            <a:bodyPr bIns="44450" lIns="90488" numCol="1" rIns="90488" tIns="44450" wrap="none">
              <a:spAutoFit/>
            </a:bodyPr>
            <a:lstStyle/>
            <a:p>
              <a:pPr indent="0" marL="0"/>
              <a:r>
                <a:rPr dirty="0" lang="en-US" smtClean="0">
                  <a:solidFill>
                    <a:srgbClr val="FFFFFF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  <a:latin charset="0" typeface="Arial"/>
                </a:rPr>
                <a:t>i, 6</a:t>
              </a:r>
            </a:p>
          </p:txBody>
        </p:sp>
        <p:sp>
          <p:nvSpPr>
            <p:cNvPr id="429" name="Text Box 429"/>
            <p:cNvSpPr>
              <a:spLocks/>
            </p:cNvSpPr>
            <p:nvPr/>
          </p:nvSpPr>
          <p:spPr>
            <a:xfrm>
              <a:off x="4032" y="2545"/>
              <a:ext cx="477" cy="407"/>
            </a:xfrm>
            <a:prstGeom prst="rect">
              <a:avLst/>
            </a:prstGeom>
            <a:noFill/>
            <a:ln>
              <a:noFill/>
            </a:ln>
            <a:effectLst>
              <a:outerShdw blurRad="63500">
                <a:schemeClr val="bg2"/>
              </a:outerShdw>
            </a:effectLst>
          </p:spPr>
          <p:txBody>
            <a:bodyPr bIns="44450" lIns="90488" numCol="1" rIns="90488" tIns="44450" wrap="none">
              <a:spAutoFit/>
            </a:bodyPr>
            <a:lstStyle/>
            <a:p>
              <a:pPr indent="0" marL="0"/>
              <a:r>
                <a:rPr dirty="0" lang="en-US" smtClean="0">
                  <a:solidFill>
                    <a:srgbClr val="FFFFFF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  <a:latin charset="0" typeface="Arial"/>
                </a:rPr>
                <a:t>j, 12</a:t>
              </a:r>
            </a:p>
          </p:txBody>
        </p:sp>
        <p:sp>
          <p:nvSpPr>
            <p:cNvPr id="430" name="Text Box 430"/>
            <p:cNvSpPr>
              <a:spLocks/>
            </p:cNvSpPr>
            <p:nvPr/>
          </p:nvSpPr>
          <p:spPr>
            <a:xfrm>
              <a:off x="3701" y="912"/>
              <a:ext cx="264" cy="25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FFFFFF"/>
              </a:solidFill>
              <a:round/>
              <a:headEnd/>
              <a:tailEnd/>
            </a:ln>
            <a:effectLst>
              <a:outerShdw blurRad="63500">
                <a:schemeClr val="bg2"/>
              </a:outerShdw>
            </a:effectLst>
          </p:spPr>
          <p:txBody>
            <a:bodyPr anchor="ctr" numCol="1" wrap="none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 Box 431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432" name="Text Box 432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433" name="Text Box 433"/>
          <p:cNvSpPr>
            <a:spLocks/>
          </p:cNvSpPr>
          <p:nvPr>
            <p:ph type="title"/>
          </p:nvPr>
        </p:nvSpPr>
        <p:spPr>
          <a:xfrm>
            <a:off x="228600" y="152400"/>
            <a:ext cx="7772400" cy="11430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 sz="3200"/>
              <a:t>CPM Example</a:t>
            </a:r>
          </a:p>
        </p:txBody>
      </p:sp>
      <p:sp>
        <p:nvSpPr>
          <p:cNvPr id="434" name="Text Box 434"/>
          <p:cNvSpPr>
            <a:spLocks/>
          </p:cNvSpPr>
          <p:nvPr>
            <p:ph type="body"/>
          </p:nvPr>
        </p:nvSpPr>
        <p:spPr>
          <a:xfrm>
            <a:off x="381000" y="1143000"/>
            <a:ext cx="7772400" cy="436562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ES and EF Times</a:t>
            </a:r>
          </a:p>
        </p:txBody>
      </p:sp>
      <p:sp>
        <p:nvSpPr>
          <p:cNvPr id="435" name="Text Box 435"/>
          <p:cNvSpPr>
            <a:spLocks/>
          </p:cNvSpPr>
          <p:nvPr/>
        </p:nvSpPr>
        <p:spPr>
          <a:xfrm>
            <a:off x="1066800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36" name="Text Box 436"/>
          <p:cNvSpPr>
            <a:spLocks/>
          </p:cNvSpPr>
          <p:nvPr/>
        </p:nvSpPr>
        <p:spPr>
          <a:xfrm>
            <a:off x="7805737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37" name="Text Box 437"/>
          <p:cNvSpPr>
            <a:spLocks/>
          </p:cNvSpPr>
          <p:nvPr/>
        </p:nvSpPr>
        <p:spPr>
          <a:xfrm>
            <a:off x="3360737" y="20161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38" name="Text Box 438"/>
          <p:cNvSpPr>
            <a:spLocks/>
          </p:cNvSpPr>
          <p:nvPr/>
        </p:nvSpPr>
        <p:spPr>
          <a:xfrm>
            <a:off x="5153025" y="2852737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39" name="Text Box 439"/>
          <p:cNvSpPr>
            <a:spLocks/>
          </p:cNvSpPr>
          <p:nvPr/>
        </p:nvSpPr>
        <p:spPr>
          <a:xfrm>
            <a:off x="3289300" y="59182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40" name="Text Box 440"/>
          <p:cNvSpPr>
            <a:spLocks/>
          </p:cNvSpPr>
          <p:nvPr/>
        </p:nvSpPr>
        <p:spPr>
          <a:xfrm>
            <a:off x="3289300" y="4176712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41" name="Text Box 441"/>
          <p:cNvSpPr>
            <a:spLocks/>
          </p:cNvSpPr>
          <p:nvPr/>
        </p:nvSpPr>
        <p:spPr>
          <a:xfrm flipV="1">
            <a:off x="1425575" y="2284412"/>
            <a:ext cx="1922462" cy="133508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42" name="Text Box 442"/>
          <p:cNvSpPr>
            <a:spLocks/>
          </p:cNvSpPr>
          <p:nvPr/>
        </p:nvSpPr>
        <p:spPr>
          <a:xfrm flipV="1">
            <a:off x="3790950" y="1657350"/>
            <a:ext cx="2066925" cy="4984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43" name="Text Box 443"/>
          <p:cNvSpPr>
            <a:spLocks/>
          </p:cNvSpPr>
          <p:nvPr/>
        </p:nvSpPr>
        <p:spPr>
          <a:xfrm>
            <a:off x="6294437" y="1727200"/>
            <a:ext cx="1570037" cy="1879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44" name="Text Box 444"/>
          <p:cNvSpPr>
            <a:spLocks/>
          </p:cNvSpPr>
          <p:nvPr/>
        </p:nvSpPr>
        <p:spPr>
          <a:xfrm>
            <a:off x="3719512" y="2365375"/>
            <a:ext cx="1420812" cy="61436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45" name="Text Box 445"/>
          <p:cNvSpPr>
            <a:spLocks/>
          </p:cNvSpPr>
          <p:nvPr/>
        </p:nvSpPr>
        <p:spPr>
          <a:xfrm>
            <a:off x="5583237" y="3132137"/>
            <a:ext cx="2209800" cy="68421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46" name="Text Box 446"/>
          <p:cNvSpPr>
            <a:spLocks/>
          </p:cNvSpPr>
          <p:nvPr/>
        </p:nvSpPr>
        <p:spPr>
          <a:xfrm>
            <a:off x="1497012" y="3827462"/>
            <a:ext cx="1779587" cy="47625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47" name="Text Box 447"/>
          <p:cNvSpPr>
            <a:spLocks/>
          </p:cNvSpPr>
          <p:nvPr/>
        </p:nvSpPr>
        <p:spPr>
          <a:xfrm>
            <a:off x="5942012" y="48736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48" name="Text Box 448"/>
          <p:cNvSpPr>
            <a:spLocks/>
          </p:cNvSpPr>
          <p:nvPr/>
        </p:nvSpPr>
        <p:spPr>
          <a:xfrm>
            <a:off x="3719512" y="4454525"/>
            <a:ext cx="2209800" cy="5461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49" name="Text Box 449"/>
          <p:cNvSpPr>
            <a:spLocks/>
          </p:cNvSpPr>
          <p:nvPr/>
        </p:nvSpPr>
        <p:spPr>
          <a:xfrm>
            <a:off x="1425575" y="4037012"/>
            <a:ext cx="1922462" cy="19399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50" name="Text Box 450"/>
          <p:cNvSpPr>
            <a:spLocks/>
          </p:cNvSpPr>
          <p:nvPr/>
        </p:nvSpPr>
        <p:spPr>
          <a:xfrm flipV="1">
            <a:off x="3719512" y="5210175"/>
            <a:ext cx="2281237" cy="9175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51" name="Text Box 451"/>
          <p:cNvSpPr>
            <a:spLocks/>
          </p:cNvSpPr>
          <p:nvPr/>
        </p:nvSpPr>
        <p:spPr>
          <a:xfrm flipV="1">
            <a:off x="6370637" y="4025900"/>
            <a:ext cx="1493837" cy="98583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52" name="Text Box 452"/>
          <p:cNvSpPr>
            <a:spLocks/>
          </p:cNvSpPr>
          <p:nvPr/>
        </p:nvSpPr>
        <p:spPr>
          <a:xfrm>
            <a:off x="1901825" y="23622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a, 6</a:t>
            </a:r>
          </a:p>
        </p:txBody>
      </p:sp>
      <p:sp>
        <p:nvSpPr>
          <p:cNvPr id="453" name="Text Box 453"/>
          <p:cNvSpPr>
            <a:spLocks/>
          </p:cNvSpPr>
          <p:nvPr/>
        </p:nvSpPr>
        <p:spPr>
          <a:xfrm>
            <a:off x="4408487" y="1295400"/>
            <a:ext cx="7731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f, 15</a:t>
            </a:r>
          </a:p>
        </p:txBody>
      </p:sp>
      <p:sp>
        <p:nvSpPr>
          <p:cNvPr id="454" name="Text Box 454"/>
          <p:cNvSpPr>
            <a:spLocks/>
          </p:cNvSpPr>
          <p:nvPr/>
        </p:nvSpPr>
        <p:spPr>
          <a:xfrm>
            <a:off x="2263775" y="35814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b, 8</a:t>
            </a:r>
          </a:p>
        </p:txBody>
      </p:sp>
      <p:sp>
        <p:nvSpPr>
          <p:cNvPr id="455" name="Text Box 455"/>
          <p:cNvSpPr>
            <a:spLocks/>
          </p:cNvSpPr>
          <p:nvPr/>
        </p:nvSpPr>
        <p:spPr>
          <a:xfrm>
            <a:off x="2590800" y="4800600"/>
            <a:ext cx="6715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c, 5</a:t>
            </a:r>
          </a:p>
        </p:txBody>
      </p:sp>
      <p:sp>
        <p:nvSpPr>
          <p:cNvPr id="456" name="Text Box 456"/>
          <p:cNvSpPr>
            <a:spLocks/>
          </p:cNvSpPr>
          <p:nvPr/>
        </p:nvSpPr>
        <p:spPr>
          <a:xfrm>
            <a:off x="4187825" y="52578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e, 9</a:t>
            </a:r>
          </a:p>
        </p:txBody>
      </p:sp>
      <p:sp>
        <p:nvSpPr>
          <p:cNvPr id="457" name="Text Box 457"/>
          <p:cNvSpPr>
            <a:spLocks/>
          </p:cNvSpPr>
          <p:nvPr/>
        </p:nvSpPr>
        <p:spPr>
          <a:xfrm>
            <a:off x="4344987" y="4114800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d, 13</a:t>
            </a:r>
          </a:p>
        </p:txBody>
      </p:sp>
      <p:sp>
        <p:nvSpPr>
          <p:cNvPr id="458" name="Text Box 458"/>
          <p:cNvSpPr>
            <a:spLocks/>
          </p:cNvSpPr>
          <p:nvPr/>
        </p:nvSpPr>
        <p:spPr>
          <a:xfrm>
            <a:off x="4475162" y="2212975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g, 17</a:t>
            </a:r>
          </a:p>
        </p:txBody>
      </p:sp>
      <p:sp>
        <p:nvSpPr>
          <p:cNvPr id="459" name="Text Box 459"/>
          <p:cNvSpPr>
            <a:spLocks/>
          </p:cNvSpPr>
          <p:nvPr/>
        </p:nvSpPr>
        <p:spPr>
          <a:xfrm>
            <a:off x="6997700" y="21336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h, 9</a:t>
            </a:r>
          </a:p>
        </p:txBody>
      </p:sp>
      <p:sp>
        <p:nvSpPr>
          <p:cNvPr id="460" name="Text Box 460"/>
          <p:cNvSpPr>
            <a:spLocks/>
          </p:cNvSpPr>
          <p:nvPr/>
        </p:nvSpPr>
        <p:spPr>
          <a:xfrm>
            <a:off x="6137275" y="2819400"/>
            <a:ext cx="5873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i, 6</a:t>
            </a:r>
          </a:p>
        </p:txBody>
      </p:sp>
      <p:sp>
        <p:nvSpPr>
          <p:cNvPr id="461" name="Text Box 461"/>
          <p:cNvSpPr>
            <a:spLocks/>
          </p:cNvSpPr>
          <p:nvPr/>
        </p:nvSpPr>
        <p:spPr>
          <a:xfrm>
            <a:off x="6400800" y="4038600"/>
            <a:ext cx="7572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j, 12</a:t>
            </a:r>
          </a:p>
        </p:txBody>
      </p:sp>
      <p:sp>
        <p:nvSpPr>
          <p:cNvPr id="462" name="Text Box 462"/>
          <p:cNvSpPr>
            <a:spLocks/>
          </p:cNvSpPr>
          <p:nvPr/>
        </p:nvSpPr>
        <p:spPr>
          <a:xfrm>
            <a:off x="5875337" y="1447800"/>
            <a:ext cx="419100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63" name="Text Box 463"/>
          <p:cNvSpPr>
            <a:spLocks/>
          </p:cNvSpPr>
          <p:nvPr/>
        </p:nvSpPr>
        <p:spPr>
          <a:xfrm>
            <a:off x="17526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464" name="Text Box 464"/>
          <p:cNvSpPr>
            <a:spLocks/>
          </p:cNvSpPr>
          <p:nvPr/>
        </p:nvSpPr>
        <p:spPr>
          <a:xfrm>
            <a:off x="22098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6</a:t>
            </a:r>
          </a:p>
        </p:txBody>
      </p:sp>
      <p:sp>
        <p:nvSpPr>
          <p:cNvPr id="465" name="Text Box 465"/>
          <p:cNvSpPr>
            <a:spLocks/>
          </p:cNvSpPr>
          <p:nvPr/>
        </p:nvSpPr>
        <p:spPr>
          <a:xfrm>
            <a:off x="2133600" y="4114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466" name="Text Box 466"/>
          <p:cNvSpPr>
            <a:spLocks/>
          </p:cNvSpPr>
          <p:nvPr/>
        </p:nvSpPr>
        <p:spPr>
          <a:xfrm>
            <a:off x="2590800" y="4114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8</a:t>
            </a:r>
          </a:p>
        </p:txBody>
      </p:sp>
      <p:sp>
        <p:nvSpPr>
          <p:cNvPr id="467" name="Text Box 467"/>
          <p:cNvSpPr>
            <a:spLocks/>
          </p:cNvSpPr>
          <p:nvPr/>
        </p:nvSpPr>
        <p:spPr>
          <a:xfrm>
            <a:off x="22098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468" name="Text Box 468"/>
          <p:cNvSpPr>
            <a:spLocks/>
          </p:cNvSpPr>
          <p:nvPr/>
        </p:nvSpPr>
        <p:spPr>
          <a:xfrm>
            <a:off x="26670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5</a:t>
            </a:r>
          </a:p>
        </p:txBody>
      </p:sp>
      <p:sp>
        <p:nvSpPr>
          <p:cNvPr id="469" name="Text Box 469"/>
          <p:cNvSpPr>
            <a:spLocks/>
          </p:cNvSpPr>
          <p:nvPr/>
        </p:nvSpPr>
        <p:spPr>
          <a:xfrm>
            <a:off x="4038600" y="579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70" name="Text Box 470"/>
          <p:cNvSpPr>
            <a:spLocks/>
          </p:cNvSpPr>
          <p:nvPr/>
        </p:nvSpPr>
        <p:spPr>
          <a:xfrm>
            <a:off x="4495800" y="579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71" name="Text Box 471"/>
          <p:cNvSpPr>
            <a:spLocks/>
          </p:cNvSpPr>
          <p:nvPr/>
        </p:nvSpPr>
        <p:spPr>
          <a:xfrm>
            <a:off x="4267200" y="4648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72" name="Text Box 472"/>
          <p:cNvSpPr>
            <a:spLocks/>
          </p:cNvSpPr>
          <p:nvPr/>
        </p:nvSpPr>
        <p:spPr>
          <a:xfrm>
            <a:off x="4724400" y="4648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73" name="Text Box 473"/>
          <p:cNvSpPr>
            <a:spLocks/>
          </p:cNvSpPr>
          <p:nvPr/>
        </p:nvSpPr>
        <p:spPr>
          <a:xfrm>
            <a:off x="6629400" y="4572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74" name="Text Box 474"/>
          <p:cNvSpPr>
            <a:spLocks/>
          </p:cNvSpPr>
          <p:nvPr/>
        </p:nvSpPr>
        <p:spPr>
          <a:xfrm>
            <a:off x="7086600" y="4572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75" name="Text Box 475"/>
          <p:cNvSpPr>
            <a:spLocks/>
          </p:cNvSpPr>
          <p:nvPr/>
        </p:nvSpPr>
        <p:spPr>
          <a:xfrm>
            <a:off x="38862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76" name="Text Box 476"/>
          <p:cNvSpPr>
            <a:spLocks/>
          </p:cNvSpPr>
          <p:nvPr/>
        </p:nvSpPr>
        <p:spPr>
          <a:xfrm>
            <a:off x="43434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77" name="Text Box 477"/>
          <p:cNvSpPr>
            <a:spLocks/>
          </p:cNvSpPr>
          <p:nvPr/>
        </p:nvSpPr>
        <p:spPr>
          <a:xfrm>
            <a:off x="69342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78" name="Text Box 478"/>
          <p:cNvSpPr>
            <a:spLocks/>
          </p:cNvSpPr>
          <p:nvPr/>
        </p:nvSpPr>
        <p:spPr>
          <a:xfrm>
            <a:off x="73914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79" name="Text Box 479"/>
          <p:cNvSpPr>
            <a:spLocks/>
          </p:cNvSpPr>
          <p:nvPr/>
        </p:nvSpPr>
        <p:spPr>
          <a:xfrm>
            <a:off x="5943600" y="3276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80" name="Text Box 480"/>
          <p:cNvSpPr>
            <a:spLocks/>
          </p:cNvSpPr>
          <p:nvPr/>
        </p:nvSpPr>
        <p:spPr>
          <a:xfrm>
            <a:off x="6400800" y="3276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81" name="Text Box 481"/>
          <p:cNvSpPr>
            <a:spLocks/>
          </p:cNvSpPr>
          <p:nvPr/>
        </p:nvSpPr>
        <p:spPr>
          <a:xfrm>
            <a:off x="4267200" y="1752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82" name="Text Box 482"/>
          <p:cNvSpPr>
            <a:spLocks/>
          </p:cNvSpPr>
          <p:nvPr/>
        </p:nvSpPr>
        <p:spPr>
          <a:xfrm>
            <a:off x="4724400" y="1752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483" name="Text Box 483"/>
          <p:cNvSpPr>
            <a:spLocks/>
          </p:cNvSpPr>
          <p:nvPr/>
        </p:nvSpPr>
        <p:spPr>
          <a:xfrm>
            <a:off x="838200" y="11430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 Box 484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485" name="Text Box 485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486" name="Text Box 486"/>
          <p:cNvSpPr>
            <a:spLocks/>
          </p:cNvSpPr>
          <p:nvPr>
            <p:ph type="title"/>
          </p:nvPr>
        </p:nvSpPr>
        <p:spPr>
          <a:xfrm>
            <a:off x="304800" y="304800"/>
            <a:ext cx="7772400" cy="7620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 sz="3600"/>
              <a:t>CPM Example</a:t>
            </a:r>
          </a:p>
        </p:txBody>
      </p:sp>
      <p:sp>
        <p:nvSpPr>
          <p:cNvPr id="487" name="Text Box 487"/>
          <p:cNvSpPr>
            <a:spLocks/>
          </p:cNvSpPr>
          <p:nvPr>
            <p:ph type="body"/>
          </p:nvPr>
        </p:nvSpPr>
        <p:spPr>
          <a:xfrm>
            <a:off x="457200" y="1219200"/>
            <a:ext cx="7772400" cy="560387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b="1" dirty="0" lang="en-US" smtClean="0" sz="2400"/>
              <a:t>ES and EF Times</a:t>
            </a:r>
          </a:p>
        </p:txBody>
      </p:sp>
      <p:sp>
        <p:nvSpPr>
          <p:cNvPr id="488" name="Text Box 488"/>
          <p:cNvSpPr>
            <a:spLocks/>
          </p:cNvSpPr>
          <p:nvPr/>
        </p:nvSpPr>
        <p:spPr>
          <a:xfrm>
            <a:off x="1066800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89" name="Text Box 489"/>
          <p:cNvSpPr>
            <a:spLocks/>
          </p:cNvSpPr>
          <p:nvPr/>
        </p:nvSpPr>
        <p:spPr>
          <a:xfrm>
            <a:off x="7805737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90" name="Text Box 490"/>
          <p:cNvSpPr>
            <a:spLocks/>
          </p:cNvSpPr>
          <p:nvPr/>
        </p:nvSpPr>
        <p:spPr>
          <a:xfrm>
            <a:off x="3360737" y="20161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91" name="Text Box 491"/>
          <p:cNvSpPr>
            <a:spLocks/>
          </p:cNvSpPr>
          <p:nvPr/>
        </p:nvSpPr>
        <p:spPr>
          <a:xfrm>
            <a:off x="5153025" y="2852737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92" name="Text Box 492"/>
          <p:cNvSpPr>
            <a:spLocks/>
          </p:cNvSpPr>
          <p:nvPr/>
        </p:nvSpPr>
        <p:spPr>
          <a:xfrm>
            <a:off x="3289300" y="59182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93" name="Text Box 493"/>
          <p:cNvSpPr>
            <a:spLocks/>
          </p:cNvSpPr>
          <p:nvPr/>
        </p:nvSpPr>
        <p:spPr>
          <a:xfrm>
            <a:off x="3289300" y="4176712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494" name="Text Box 494"/>
          <p:cNvSpPr>
            <a:spLocks/>
          </p:cNvSpPr>
          <p:nvPr/>
        </p:nvSpPr>
        <p:spPr>
          <a:xfrm flipV="1">
            <a:off x="1425575" y="2284412"/>
            <a:ext cx="1922462" cy="133508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95" name="Text Box 495"/>
          <p:cNvSpPr>
            <a:spLocks/>
          </p:cNvSpPr>
          <p:nvPr/>
        </p:nvSpPr>
        <p:spPr>
          <a:xfrm flipV="1">
            <a:off x="3790950" y="1657350"/>
            <a:ext cx="2066925" cy="4984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96" name="Text Box 496"/>
          <p:cNvSpPr>
            <a:spLocks/>
          </p:cNvSpPr>
          <p:nvPr/>
        </p:nvSpPr>
        <p:spPr>
          <a:xfrm>
            <a:off x="6294437" y="1727200"/>
            <a:ext cx="1570037" cy="1879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97" name="Text Box 497"/>
          <p:cNvSpPr>
            <a:spLocks/>
          </p:cNvSpPr>
          <p:nvPr/>
        </p:nvSpPr>
        <p:spPr>
          <a:xfrm>
            <a:off x="3719512" y="2365375"/>
            <a:ext cx="1420812" cy="61436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98" name="Text Box 498"/>
          <p:cNvSpPr>
            <a:spLocks/>
          </p:cNvSpPr>
          <p:nvPr/>
        </p:nvSpPr>
        <p:spPr>
          <a:xfrm>
            <a:off x="5583237" y="3132137"/>
            <a:ext cx="2209800" cy="68421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499" name="Text Box 499"/>
          <p:cNvSpPr>
            <a:spLocks/>
          </p:cNvSpPr>
          <p:nvPr/>
        </p:nvSpPr>
        <p:spPr>
          <a:xfrm>
            <a:off x="1497012" y="3827462"/>
            <a:ext cx="1779587" cy="47625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00" name="Text Box 500"/>
          <p:cNvSpPr>
            <a:spLocks/>
          </p:cNvSpPr>
          <p:nvPr/>
        </p:nvSpPr>
        <p:spPr>
          <a:xfrm>
            <a:off x="5942012" y="48736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01" name="Text Box 501"/>
          <p:cNvSpPr>
            <a:spLocks/>
          </p:cNvSpPr>
          <p:nvPr/>
        </p:nvSpPr>
        <p:spPr>
          <a:xfrm>
            <a:off x="3719512" y="4454525"/>
            <a:ext cx="2209800" cy="5461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02" name="Text Box 502"/>
          <p:cNvSpPr>
            <a:spLocks/>
          </p:cNvSpPr>
          <p:nvPr/>
        </p:nvSpPr>
        <p:spPr>
          <a:xfrm>
            <a:off x="1425575" y="4037012"/>
            <a:ext cx="1922462" cy="19399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03" name="Text Box 503"/>
          <p:cNvSpPr>
            <a:spLocks/>
          </p:cNvSpPr>
          <p:nvPr/>
        </p:nvSpPr>
        <p:spPr>
          <a:xfrm flipV="1">
            <a:off x="3719512" y="5210175"/>
            <a:ext cx="2281237" cy="9175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04" name="Text Box 504"/>
          <p:cNvSpPr>
            <a:spLocks/>
          </p:cNvSpPr>
          <p:nvPr/>
        </p:nvSpPr>
        <p:spPr>
          <a:xfrm flipV="1">
            <a:off x="6370637" y="4025900"/>
            <a:ext cx="1493837" cy="98583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05" name="Text Box 505"/>
          <p:cNvSpPr>
            <a:spLocks/>
          </p:cNvSpPr>
          <p:nvPr/>
        </p:nvSpPr>
        <p:spPr>
          <a:xfrm>
            <a:off x="1901825" y="23622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a, 6</a:t>
            </a:r>
          </a:p>
        </p:txBody>
      </p:sp>
      <p:sp>
        <p:nvSpPr>
          <p:cNvPr id="506" name="Text Box 506"/>
          <p:cNvSpPr>
            <a:spLocks/>
          </p:cNvSpPr>
          <p:nvPr/>
        </p:nvSpPr>
        <p:spPr>
          <a:xfrm>
            <a:off x="4408487" y="1295400"/>
            <a:ext cx="7731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f, 15</a:t>
            </a:r>
          </a:p>
        </p:txBody>
      </p:sp>
      <p:sp>
        <p:nvSpPr>
          <p:cNvPr id="507" name="Text Box 507"/>
          <p:cNvSpPr>
            <a:spLocks/>
          </p:cNvSpPr>
          <p:nvPr/>
        </p:nvSpPr>
        <p:spPr>
          <a:xfrm>
            <a:off x="2263775" y="35814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b, 8</a:t>
            </a:r>
          </a:p>
        </p:txBody>
      </p:sp>
      <p:sp>
        <p:nvSpPr>
          <p:cNvPr id="508" name="Text Box 508"/>
          <p:cNvSpPr>
            <a:spLocks/>
          </p:cNvSpPr>
          <p:nvPr/>
        </p:nvSpPr>
        <p:spPr>
          <a:xfrm>
            <a:off x="2590800" y="4800600"/>
            <a:ext cx="6715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c, 5</a:t>
            </a:r>
          </a:p>
        </p:txBody>
      </p:sp>
      <p:sp>
        <p:nvSpPr>
          <p:cNvPr id="509" name="Text Box 509"/>
          <p:cNvSpPr>
            <a:spLocks/>
          </p:cNvSpPr>
          <p:nvPr/>
        </p:nvSpPr>
        <p:spPr>
          <a:xfrm>
            <a:off x="4187825" y="52578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e, 9</a:t>
            </a:r>
          </a:p>
        </p:txBody>
      </p:sp>
      <p:sp>
        <p:nvSpPr>
          <p:cNvPr id="510" name="Text Box 510"/>
          <p:cNvSpPr>
            <a:spLocks/>
          </p:cNvSpPr>
          <p:nvPr/>
        </p:nvSpPr>
        <p:spPr>
          <a:xfrm>
            <a:off x="4344987" y="4114800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d, 13</a:t>
            </a:r>
          </a:p>
        </p:txBody>
      </p:sp>
      <p:sp>
        <p:nvSpPr>
          <p:cNvPr id="511" name="Text Box 511"/>
          <p:cNvSpPr>
            <a:spLocks/>
          </p:cNvSpPr>
          <p:nvPr/>
        </p:nvSpPr>
        <p:spPr>
          <a:xfrm>
            <a:off x="4475162" y="2212975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g, 17</a:t>
            </a:r>
          </a:p>
        </p:txBody>
      </p:sp>
      <p:sp>
        <p:nvSpPr>
          <p:cNvPr id="512" name="Text Box 512"/>
          <p:cNvSpPr>
            <a:spLocks/>
          </p:cNvSpPr>
          <p:nvPr/>
        </p:nvSpPr>
        <p:spPr>
          <a:xfrm>
            <a:off x="6997700" y="21336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h, 9</a:t>
            </a:r>
          </a:p>
        </p:txBody>
      </p:sp>
      <p:sp>
        <p:nvSpPr>
          <p:cNvPr id="513" name="Text Box 513"/>
          <p:cNvSpPr>
            <a:spLocks/>
          </p:cNvSpPr>
          <p:nvPr/>
        </p:nvSpPr>
        <p:spPr>
          <a:xfrm>
            <a:off x="6137275" y="2819400"/>
            <a:ext cx="5873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i, 6</a:t>
            </a:r>
          </a:p>
        </p:txBody>
      </p:sp>
      <p:sp>
        <p:nvSpPr>
          <p:cNvPr id="514" name="Text Box 514"/>
          <p:cNvSpPr>
            <a:spLocks/>
          </p:cNvSpPr>
          <p:nvPr/>
        </p:nvSpPr>
        <p:spPr>
          <a:xfrm>
            <a:off x="6400800" y="4038600"/>
            <a:ext cx="7572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j, 12</a:t>
            </a:r>
          </a:p>
        </p:txBody>
      </p:sp>
      <p:sp>
        <p:nvSpPr>
          <p:cNvPr id="515" name="Text Box 515"/>
          <p:cNvSpPr>
            <a:spLocks/>
          </p:cNvSpPr>
          <p:nvPr/>
        </p:nvSpPr>
        <p:spPr>
          <a:xfrm>
            <a:off x="5875337" y="1447800"/>
            <a:ext cx="419100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16" name="Text Box 516"/>
          <p:cNvSpPr>
            <a:spLocks/>
          </p:cNvSpPr>
          <p:nvPr/>
        </p:nvSpPr>
        <p:spPr>
          <a:xfrm>
            <a:off x="17526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517" name="Text Box 517"/>
          <p:cNvSpPr>
            <a:spLocks/>
          </p:cNvSpPr>
          <p:nvPr/>
        </p:nvSpPr>
        <p:spPr>
          <a:xfrm>
            <a:off x="22098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6</a:t>
            </a:r>
          </a:p>
        </p:txBody>
      </p:sp>
      <p:sp>
        <p:nvSpPr>
          <p:cNvPr id="518" name="Text Box 518"/>
          <p:cNvSpPr>
            <a:spLocks/>
          </p:cNvSpPr>
          <p:nvPr/>
        </p:nvSpPr>
        <p:spPr>
          <a:xfrm>
            <a:off x="2133600" y="4114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519" name="Text Box 519"/>
          <p:cNvSpPr>
            <a:spLocks/>
          </p:cNvSpPr>
          <p:nvPr/>
        </p:nvSpPr>
        <p:spPr>
          <a:xfrm>
            <a:off x="2590800" y="4114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8</a:t>
            </a:r>
          </a:p>
        </p:txBody>
      </p:sp>
      <p:sp>
        <p:nvSpPr>
          <p:cNvPr id="520" name="Text Box 520"/>
          <p:cNvSpPr>
            <a:spLocks/>
          </p:cNvSpPr>
          <p:nvPr/>
        </p:nvSpPr>
        <p:spPr>
          <a:xfrm>
            <a:off x="22098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521" name="Text Box 521"/>
          <p:cNvSpPr>
            <a:spLocks/>
          </p:cNvSpPr>
          <p:nvPr/>
        </p:nvSpPr>
        <p:spPr>
          <a:xfrm>
            <a:off x="26670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5</a:t>
            </a:r>
          </a:p>
        </p:txBody>
      </p:sp>
      <p:sp>
        <p:nvSpPr>
          <p:cNvPr id="522" name="Text Box 522"/>
          <p:cNvSpPr>
            <a:spLocks/>
          </p:cNvSpPr>
          <p:nvPr/>
        </p:nvSpPr>
        <p:spPr>
          <a:xfrm>
            <a:off x="4038600" y="579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5</a:t>
            </a:r>
          </a:p>
        </p:txBody>
      </p:sp>
      <p:sp>
        <p:nvSpPr>
          <p:cNvPr id="523" name="Text Box 523"/>
          <p:cNvSpPr>
            <a:spLocks/>
          </p:cNvSpPr>
          <p:nvPr/>
        </p:nvSpPr>
        <p:spPr>
          <a:xfrm>
            <a:off x="4495800" y="579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14 </a:t>
            </a:r>
          </a:p>
        </p:txBody>
      </p:sp>
      <p:sp>
        <p:nvSpPr>
          <p:cNvPr id="524" name="Text Box 524"/>
          <p:cNvSpPr>
            <a:spLocks/>
          </p:cNvSpPr>
          <p:nvPr/>
        </p:nvSpPr>
        <p:spPr>
          <a:xfrm>
            <a:off x="4267200" y="4648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8 </a:t>
            </a:r>
          </a:p>
        </p:txBody>
      </p:sp>
      <p:sp>
        <p:nvSpPr>
          <p:cNvPr id="525" name="Text Box 525"/>
          <p:cNvSpPr>
            <a:spLocks/>
          </p:cNvSpPr>
          <p:nvPr/>
        </p:nvSpPr>
        <p:spPr>
          <a:xfrm>
            <a:off x="4724400" y="4648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526" name="Text Box 526"/>
          <p:cNvSpPr>
            <a:spLocks/>
          </p:cNvSpPr>
          <p:nvPr/>
        </p:nvSpPr>
        <p:spPr>
          <a:xfrm>
            <a:off x="6629400" y="4572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527" name="Text Box 527"/>
          <p:cNvSpPr>
            <a:spLocks/>
          </p:cNvSpPr>
          <p:nvPr/>
        </p:nvSpPr>
        <p:spPr>
          <a:xfrm>
            <a:off x="7086600" y="4572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528" name="Text Box 528"/>
          <p:cNvSpPr>
            <a:spLocks/>
          </p:cNvSpPr>
          <p:nvPr/>
        </p:nvSpPr>
        <p:spPr>
          <a:xfrm>
            <a:off x="38862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6 </a:t>
            </a:r>
          </a:p>
        </p:txBody>
      </p:sp>
      <p:sp>
        <p:nvSpPr>
          <p:cNvPr id="529" name="Text Box 529"/>
          <p:cNvSpPr>
            <a:spLocks/>
          </p:cNvSpPr>
          <p:nvPr/>
        </p:nvSpPr>
        <p:spPr>
          <a:xfrm>
            <a:off x="43434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23 </a:t>
            </a:r>
          </a:p>
        </p:txBody>
      </p:sp>
      <p:sp>
        <p:nvSpPr>
          <p:cNvPr id="530" name="Text Box 530"/>
          <p:cNvSpPr>
            <a:spLocks/>
          </p:cNvSpPr>
          <p:nvPr/>
        </p:nvSpPr>
        <p:spPr>
          <a:xfrm>
            <a:off x="69342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531" name="Text Box 531"/>
          <p:cNvSpPr>
            <a:spLocks/>
          </p:cNvSpPr>
          <p:nvPr/>
        </p:nvSpPr>
        <p:spPr>
          <a:xfrm>
            <a:off x="73914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532" name="Text Box 532"/>
          <p:cNvSpPr>
            <a:spLocks/>
          </p:cNvSpPr>
          <p:nvPr/>
        </p:nvSpPr>
        <p:spPr>
          <a:xfrm>
            <a:off x="5943600" y="3276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533" name="Text Box 533"/>
          <p:cNvSpPr>
            <a:spLocks/>
          </p:cNvSpPr>
          <p:nvPr/>
        </p:nvSpPr>
        <p:spPr>
          <a:xfrm>
            <a:off x="6400800" y="3276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</a:t>
            </a:r>
          </a:p>
        </p:txBody>
      </p:sp>
      <p:sp>
        <p:nvSpPr>
          <p:cNvPr id="534" name="Text Box 534"/>
          <p:cNvSpPr>
            <a:spLocks/>
          </p:cNvSpPr>
          <p:nvPr/>
        </p:nvSpPr>
        <p:spPr>
          <a:xfrm>
            <a:off x="4267200" y="1752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6</a:t>
            </a:r>
          </a:p>
        </p:txBody>
      </p:sp>
      <p:sp>
        <p:nvSpPr>
          <p:cNvPr id="535" name="Text Box 535"/>
          <p:cNvSpPr>
            <a:spLocks/>
          </p:cNvSpPr>
          <p:nvPr/>
        </p:nvSpPr>
        <p:spPr>
          <a:xfrm>
            <a:off x="4724400" y="1752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536" name="Text Box 536"/>
          <p:cNvSpPr>
            <a:spLocks/>
          </p:cNvSpPr>
          <p:nvPr/>
        </p:nvSpPr>
        <p:spPr>
          <a:xfrm>
            <a:off x="914400" y="12192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Text Box 537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538" name="Text Box 538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539" name="Text Box 539"/>
          <p:cNvSpPr>
            <a:spLocks/>
          </p:cNvSpPr>
          <p:nvPr>
            <p:ph type="title"/>
          </p:nvPr>
        </p:nvSpPr>
        <p:spPr>
          <a:xfrm>
            <a:off x="228600" y="0"/>
            <a:ext cx="77724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 sz="3600"/>
              <a:t>CPM Example</a:t>
            </a:r>
          </a:p>
        </p:txBody>
      </p:sp>
      <p:sp>
        <p:nvSpPr>
          <p:cNvPr id="540" name="Text Box 540"/>
          <p:cNvSpPr>
            <a:spLocks/>
          </p:cNvSpPr>
          <p:nvPr>
            <p:ph type="body"/>
          </p:nvPr>
        </p:nvSpPr>
        <p:spPr>
          <a:xfrm>
            <a:off x="228600" y="1371600"/>
            <a:ext cx="7772400" cy="436562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ES and EF Times</a:t>
            </a:r>
          </a:p>
        </p:txBody>
      </p:sp>
      <p:sp>
        <p:nvSpPr>
          <p:cNvPr id="541" name="Text Box 541"/>
          <p:cNvSpPr>
            <a:spLocks/>
          </p:cNvSpPr>
          <p:nvPr/>
        </p:nvSpPr>
        <p:spPr>
          <a:xfrm>
            <a:off x="1066800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42" name="Text Box 542"/>
          <p:cNvSpPr>
            <a:spLocks/>
          </p:cNvSpPr>
          <p:nvPr/>
        </p:nvSpPr>
        <p:spPr>
          <a:xfrm>
            <a:off x="7805737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43" name="Text Box 543"/>
          <p:cNvSpPr>
            <a:spLocks/>
          </p:cNvSpPr>
          <p:nvPr/>
        </p:nvSpPr>
        <p:spPr>
          <a:xfrm>
            <a:off x="3360737" y="20161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44" name="Text Box 544"/>
          <p:cNvSpPr>
            <a:spLocks/>
          </p:cNvSpPr>
          <p:nvPr/>
        </p:nvSpPr>
        <p:spPr>
          <a:xfrm>
            <a:off x="5153025" y="2852737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45" name="Text Box 545"/>
          <p:cNvSpPr>
            <a:spLocks/>
          </p:cNvSpPr>
          <p:nvPr/>
        </p:nvSpPr>
        <p:spPr>
          <a:xfrm>
            <a:off x="3289300" y="59182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46" name="Text Box 546"/>
          <p:cNvSpPr>
            <a:spLocks/>
          </p:cNvSpPr>
          <p:nvPr/>
        </p:nvSpPr>
        <p:spPr>
          <a:xfrm>
            <a:off x="3289300" y="4176712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47" name="Text Box 547"/>
          <p:cNvSpPr>
            <a:spLocks/>
          </p:cNvSpPr>
          <p:nvPr/>
        </p:nvSpPr>
        <p:spPr>
          <a:xfrm flipV="1">
            <a:off x="1425575" y="2284412"/>
            <a:ext cx="1922462" cy="133508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48" name="Text Box 548"/>
          <p:cNvSpPr>
            <a:spLocks/>
          </p:cNvSpPr>
          <p:nvPr/>
        </p:nvSpPr>
        <p:spPr>
          <a:xfrm flipV="1">
            <a:off x="3790950" y="1657350"/>
            <a:ext cx="2066925" cy="4984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49" name="Text Box 549"/>
          <p:cNvSpPr>
            <a:spLocks/>
          </p:cNvSpPr>
          <p:nvPr/>
        </p:nvSpPr>
        <p:spPr>
          <a:xfrm>
            <a:off x="6294437" y="1727200"/>
            <a:ext cx="1570037" cy="1879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50" name="Text Box 550"/>
          <p:cNvSpPr>
            <a:spLocks/>
          </p:cNvSpPr>
          <p:nvPr/>
        </p:nvSpPr>
        <p:spPr>
          <a:xfrm>
            <a:off x="3719512" y="2365375"/>
            <a:ext cx="1420812" cy="61436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51" name="Text Box 551"/>
          <p:cNvSpPr>
            <a:spLocks/>
          </p:cNvSpPr>
          <p:nvPr/>
        </p:nvSpPr>
        <p:spPr>
          <a:xfrm>
            <a:off x="5583237" y="3132137"/>
            <a:ext cx="2209800" cy="68421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52" name="Text Box 552"/>
          <p:cNvSpPr>
            <a:spLocks/>
          </p:cNvSpPr>
          <p:nvPr/>
        </p:nvSpPr>
        <p:spPr>
          <a:xfrm>
            <a:off x="1497012" y="3827462"/>
            <a:ext cx="1779587" cy="47625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53" name="Text Box 553"/>
          <p:cNvSpPr>
            <a:spLocks/>
          </p:cNvSpPr>
          <p:nvPr/>
        </p:nvSpPr>
        <p:spPr>
          <a:xfrm>
            <a:off x="5942012" y="48736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54" name="Text Box 554"/>
          <p:cNvSpPr>
            <a:spLocks/>
          </p:cNvSpPr>
          <p:nvPr/>
        </p:nvSpPr>
        <p:spPr>
          <a:xfrm>
            <a:off x="3719512" y="4454525"/>
            <a:ext cx="2209800" cy="5461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55" name="Text Box 555"/>
          <p:cNvSpPr>
            <a:spLocks/>
          </p:cNvSpPr>
          <p:nvPr/>
        </p:nvSpPr>
        <p:spPr>
          <a:xfrm>
            <a:off x="1425575" y="4037012"/>
            <a:ext cx="1922462" cy="19399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56" name="Text Box 556"/>
          <p:cNvSpPr>
            <a:spLocks/>
          </p:cNvSpPr>
          <p:nvPr/>
        </p:nvSpPr>
        <p:spPr>
          <a:xfrm flipV="1">
            <a:off x="3719512" y="5210175"/>
            <a:ext cx="2281237" cy="9175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57" name="Text Box 557"/>
          <p:cNvSpPr>
            <a:spLocks/>
          </p:cNvSpPr>
          <p:nvPr/>
        </p:nvSpPr>
        <p:spPr>
          <a:xfrm flipV="1">
            <a:off x="6370637" y="4025900"/>
            <a:ext cx="1493837" cy="98583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58" name="Text Box 558"/>
          <p:cNvSpPr>
            <a:spLocks/>
          </p:cNvSpPr>
          <p:nvPr/>
        </p:nvSpPr>
        <p:spPr>
          <a:xfrm>
            <a:off x="1901825" y="23622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a, 6</a:t>
            </a:r>
          </a:p>
        </p:txBody>
      </p:sp>
      <p:sp>
        <p:nvSpPr>
          <p:cNvPr id="559" name="Text Box 559"/>
          <p:cNvSpPr>
            <a:spLocks/>
          </p:cNvSpPr>
          <p:nvPr/>
        </p:nvSpPr>
        <p:spPr>
          <a:xfrm>
            <a:off x="4408487" y="1295400"/>
            <a:ext cx="7731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f, 15</a:t>
            </a:r>
          </a:p>
        </p:txBody>
      </p:sp>
      <p:sp>
        <p:nvSpPr>
          <p:cNvPr id="560" name="Text Box 560"/>
          <p:cNvSpPr>
            <a:spLocks/>
          </p:cNvSpPr>
          <p:nvPr/>
        </p:nvSpPr>
        <p:spPr>
          <a:xfrm>
            <a:off x="2263775" y="35814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b, 8</a:t>
            </a:r>
          </a:p>
        </p:txBody>
      </p:sp>
      <p:sp>
        <p:nvSpPr>
          <p:cNvPr id="561" name="Text Box 561"/>
          <p:cNvSpPr>
            <a:spLocks/>
          </p:cNvSpPr>
          <p:nvPr/>
        </p:nvSpPr>
        <p:spPr>
          <a:xfrm>
            <a:off x="2590800" y="4800600"/>
            <a:ext cx="6715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c, 5</a:t>
            </a:r>
          </a:p>
        </p:txBody>
      </p:sp>
      <p:sp>
        <p:nvSpPr>
          <p:cNvPr id="562" name="Text Box 562"/>
          <p:cNvSpPr>
            <a:spLocks/>
          </p:cNvSpPr>
          <p:nvPr/>
        </p:nvSpPr>
        <p:spPr>
          <a:xfrm>
            <a:off x="4187825" y="52578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e, 9</a:t>
            </a:r>
          </a:p>
        </p:txBody>
      </p:sp>
      <p:sp>
        <p:nvSpPr>
          <p:cNvPr id="563" name="Text Box 563"/>
          <p:cNvSpPr>
            <a:spLocks/>
          </p:cNvSpPr>
          <p:nvPr/>
        </p:nvSpPr>
        <p:spPr>
          <a:xfrm>
            <a:off x="4344987" y="4114800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d, 13</a:t>
            </a:r>
          </a:p>
        </p:txBody>
      </p:sp>
      <p:sp>
        <p:nvSpPr>
          <p:cNvPr id="564" name="Text Box 564"/>
          <p:cNvSpPr>
            <a:spLocks/>
          </p:cNvSpPr>
          <p:nvPr/>
        </p:nvSpPr>
        <p:spPr>
          <a:xfrm>
            <a:off x="4475162" y="2212975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g, 17</a:t>
            </a:r>
          </a:p>
        </p:txBody>
      </p:sp>
      <p:sp>
        <p:nvSpPr>
          <p:cNvPr id="565" name="Text Box 565"/>
          <p:cNvSpPr>
            <a:spLocks/>
          </p:cNvSpPr>
          <p:nvPr/>
        </p:nvSpPr>
        <p:spPr>
          <a:xfrm>
            <a:off x="6997700" y="21336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h, 9</a:t>
            </a:r>
          </a:p>
        </p:txBody>
      </p:sp>
      <p:sp>
        <p:nvSpPr>
          <p:cNvPr id="566" name="Text Box 566"/>
          <p:cNvSpPr>
            <a:spLocks/>
          </p:cNvSpPr>
          <p:nvPr/>
        </p:nvSpPr>
        <p:spPr>
          <a:xfrm>
            <a:off x="6137275" y="2819400"/>
            <a:ext cx="5873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i, 6</a:t>
            </a:r>
          </a:p>
        </p:txBody>
      </p:sp>
      <p:sp>
        <p:nvSpPr>
          <p:cNvPr id="567" name="Text Box 567"/>
          <p:cNvSpPr>
            <a:spLocks/>
          </p:cNvSpPr>
          <p:nvPr/>
        </p:nvSpPr>
        <p:spPr>
          <a:xfrm>
            <a:off x="6400800" y="4038600"/>
            <a:ext cx="7572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j, 12</a:t>
            </a:r>
          </a:p>
        </p:txBody>
      </p:sp>
      <p:sp>
        <p:nvSpPr>
          <p:cNvPr id="568" name="Text Box 568"/>
          <p:cNvSpPr>
            <a:spLocks/>
          </p:cNvSpPr>
          <p:nvPr/>
        </p:nvSpPr>
        <p:spPr>
          <a:xfrm>
            <a:off x="5875337" y="1447800"/>
            <a:ext cx="419100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69" name="Text Box 569"/>
          <p:cNvSpPr>
            <a:spLocks/>
          </p:cNvSpPr>
          <p:nvPr/>
        </p:nvSpPr>
        <p:spPr>
          <a:xfrm>
            <a:off x="17526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570" name="Text Box 570"/>
          <p:cNvSpPr>
            <a:spLocks/>
          </p:cNvSpPr>
          <p:nvPr/>
        </p:nvSpPr>
        <p:spPr>
          <a:xfrm>
            <a:off x="22098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6</a:t>
            </a:r>
          </a:p>
        </p:txBody>
      </p:sp>
      <p:sp>
        <p:nvSpPr>
          <p:cNvPr id="571" name="Text Box 571"/>
          <p:cNvSpPr>
            <a:spLocks/>
          </p:cNvSpPr>
          <p:nvPr/>
        </p:nvSpPr>
        <p:spPr>
          <a:xfrm>
            <a:off x="2133600" y="4114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572" name="Text Box 572"/>
          <p:cNvSpPr>
            <a:spLocks/>
          </p:cNvSpPr>
          <p:nvPr/>
        </p:nvSpPr>
        <p:spPr>
          <a:xfrm>
            <a:off x="2590800" y="4114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8</a:t>
            </a:r>
          </a:p>
        </p:txBody>
      </p:sp>
      <p:sp>
        <p:nvSpPr>
          <p:cNvPr id="573" name="Text Box 573"/>
          <p:cNvSpPr>
            <a:spLocks/>
          </p:cNvSpPr>
          <p:nvPr/>
        </p:nvSpPr>
        <p:spPr>
          <a:xfrm>
            <a:off x="22098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574" name="Text Box 574"/>
          <p:cNvSpPr>
            <a:spLocks/>
          </p:cNvSpPr>
          <p:nvPr/>
        </p:nvSpPr>
        <p:spPr>
          <a:xfrm>
            <a:off x="26670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5</a:t>
            </a:r>
          </a:p>
        </p:txBody>
      </p:sp>
      <p:sp>
        <p:nvSpPr>
          <p:cNvPr id="575" name="Text Box 575"/>
          <p:cNvSpPr>
            <a:spLocks/>
          </p:cNvSpPr>
          <p:nvPr/>
        </p:nvSpPr>
        <p:spPr>
          <a:xfrm>
            <a:off x="4038600" y="579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5</a:t>
            </a:r>
          </a:p>
        </p:txBody>
      </p:sp>
      <p:sp>
        <p:nvSpPr>
          <p:cNvPr id="576" name="Text Box 576"/>
          <p:cNvSpPr>
            <a:spLocks/>
          </p:cNvSpPr>
          <p:nvPr/>
        </p:nvSpPr>
        <p:spPr>
          <a:xfrm>
            <a:off x="4495800" y="579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14 </a:t>
            </a:r>
          </a:p>
        </p:txBody>
      </p:sp>
      <p:sp>
        <p:nvSpPr>
          <p:cNvPr id="577" name="Text Box 577"/>
          <p:cNvSpPr>
            <a:spLocks/>
          </p:cNvSpPr>
          <p:nvPr/>
        </p:nvSpPr>
        <p:spPr>
          <a:xfrm>
            <a:off x="4267200" y="4648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8 </a:t>
            </a:r>
          </a:p>
        </p:txBody>
      </p:sp>
      <p:sp>
        <p:nvSpPr>
          <p:cNvPr id="578" name="Text Box 578"/>
          <p:cNvSpPr>
            <a:spLocks/>
          </p:cNvSpPr>
          <p:nvPr/>
        </p:nvSpPr>
        <p:spPr>
          <a:xfrm>
            <a:off x="4724400" y="4648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579" name="Text Box 579"/>
          <p:cNvSpPr>
            <a:spLocks/>
          </p:cNvSpPr>
          <p:nvPr/>
        </p:nvSpPr>
        <p:spPr>
          <a:xfrm>
            <a:off x="6629400" y="4572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</a:t>
            </a:r>
          </a:p>
        </p:txBody>
      </p:sp>
      <p:sp>
        <p:nvSpPr>
          <p:cNvPr id="580" name="Text Box 580"/>
          <p:cNvSpPr>
            <a:spLocks/>
          </p:cNvSpPr>
          <p:nvPr/>
        </p:nvSpPr>
        <p:spPr>
          <a:xfrm>
            <a:off x="7086600" y="4572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33</a:t>
            </a:r>
          </a:p>
        </p:txBody>
      </p:sp>
      <p:sp>
        <p:nvSpPr>
          <p:cNvPr id="581" name="Text Box 581"/>
          <p:cNvSpPr>
            <a:spLocks/>
          </p:cNvSpPr>
          <p:nvPr/>
        </p:nvSpPr>
        <p:spPr>
          <a:xfrm>
            <a:off x="38862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6 </a:t>
            </a:r>
          </a:p>
        </p:txBody>
      </p:sp>
      <p:sp>
        <p:nvSpPr>
          <p:cNvPr id="582" name="Text Box 582"/>
          <p:cNvSpPr>
            <a:spLocks/>
          </p:cNvSpPr>
          <p:nvPr/>
        </p:nvSpPr>
        <p:spPr>
          <a:xfrm>
            <a:off x="43434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23 </a:t>
            </a:r>
          </a:p>
        </p:txBody>
      </p:sp>
      <p:sp>
        <p:nvSpPr>
          <p:cNvPr id="583" name="Text Box 583"/>
          <p:cNvSpPr>
            <a:spLocks/>
          </p:cNvSpPr>
          <p:nvPr/>
        </p:nvSpPr>
        <p:spPr>
          <a:xfrm>
            <a:off x="69342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584" name="Text Box 584"/>
          <p:cNvSpPr>
            <a:spLocks/>
          </p:cNvSpPr>
          <p:nvPr/>
        </p:nvSpPr>
        <p:spPr>
          <a:xfrm>
            <a:off x="73914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30 </a:t>
            </a:r>
          </a:p>
        </p:txBody>
      </p:sp>
      <p:sp>
        <p:nvSpPr>
          <p:cNvPr id="585" name="Text Box 585"/>
          <p:cNvSpPr>
            <a:spLocks/>
          </p:cNvSpPr>
          <p:nvPr/>
        </p:nvSpPr>
        <p:spPr>
          <a:xfrm>
            <a:off x="5943600" y="3276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23 </a:t>
            </a:r>
          </a:p>
        </p:txBody>
      </p:sp>
      <p:sp>
        <p:nvSpPr>
          <p:cNvPr id="586" name="Text Box 586"/>
          <p:cNvSpPr>
            <a:spLocks/>
          </p:cNvSpPr>
          <p:nvPr/>
        </p:nvSpPr>
        <p:spPr>
          <a:xfrm>
            <a:off x="6400800" y="3276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29</a:t>
            </a:r>
          </a:p>
        </p:txBody>
      </p:sp>
      <p:sp>
        <p:nvSpPr>
          <p:cNvPr id="587" name="Text Box 587"/>
          <p:cNvSpPr>
            <a:spLocks/>
          </p:cNvSpPr>
          <p:nvPr/>
        </p:nvSpPr>
        <p:spPr>
          <a:xfrm>
            <a:off x="4267200" y="1752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6</a:t>
            </a:r>
          </a:p>
        </p:txBody>
      </p:sp>
      <p:sp>
        <p:nvSpPr>
          <p:cNvPr id="588" name="Text Box 588"/>
          <p:cNvSpPr>
            <a:spLocks/>
          </p:cNvSpPr>
          <p:nvPr/>
        </p:nvSpPr>
        <p:spPr>
          <a:xfrm>
            <a:off x="4724400" y="1752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589" name="Text Box 589"/>
          <p:cNvSpPr>
            <a:spLocks/>
          </p:cNvSpPr>
          <p:nvPr/>
        </p:nvSpPr>
        <p:spPr>
          <a:xfrm>
            <a:off x="533400" y="13716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590" name="Text Box 590"/>
          <p:cNvSpPr txBox="1">
            <a:spLocks/>
          </p:cNvSpPr>
          <p:nvPr/>
        </p:nvSpPr>
        <p:spPr>
          <a:xfrm>
            <a:off x="6172200" y="5486400"/>
            <a:ext cx="2667000" cy="469900"/>
          </a:xfrm>
          <a:prstGeom prst="rect">
            <a:avLst/>
          </a:prstGeom>
          <a:solidFill>
            <a:schemeClr val="hlink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</a:pPr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 Project’s EF = 33</a:t>
            </a:r>
          </a:p>
        </p:txBody>
      </p:sp>
      <p:sp>
        <p:nvSpPr>
          <p:cNvPr id="591" name="Text Box 591"/>
          <p:cNvSpPr>
            <a:spLocks/>
          </p:cNvSpPr>
          <p:nvPr/>
        </p:nvSpPr>
        <p:spPr>
          <a:xfrm flipV="1">
            <a:off x="7391400" y="5029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 Box 592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593" name="Text Box 593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594" name="Text Box 594"/>
          <p:cNvSpPr>
            <a:spLocks/>
          </p:cNvSpPr>
          <p:nvPr>
            <p:ph type="title"/>
          </p:nvPr>
        </p:nvSpPr>
        <p:spPr>
          <a:xfrm>
            <a:off x="228600" y="0"/>
            <a:ext cx="77724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 sz="3600"/>
              <a:t>CPM Example</a:t>
            </a:r>
          </a:p>
        </p:txBody>
      </p:sp>
      <p:sp>
        <p:nvSpPr>
          <p:cNvPr id="595" name="Text Box 595"/>
          <p:cNvSpPr>
            <a:spLocks/>
          </p:cNvSpPr>
          <p:nvPr>
            <p:ph type="body"/>
          </p:nvPr>
        </p:nvSpPr>
        <p:spPr>
          <a:xfrm>
            <a:off x="228600" y="1371600"/>
            <a:ext cx="7772400" cy="436562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ES and EF Times</a:t>
            </a:r>
          </a:p>
        </p:txBody>
      </p:sp>
      <p:sp>
        <p:nvSpPr>
          <p:cNvPr id="596" name="Text Box 596"/>
          <p:cNvSpPr>
            <a:spLocks/>
          </p:cNvSpPr>
          <p:nvPr/>
        </p:nvSpPr>
        <p:spPr>
          <a:xfrm>
            <a:off x="1066800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97" name="Text Box 597"/>
          <p:cNvSpPr>
            <a:spLocks/>
          </p:cNvSpPr>
          <p:nvPr/>
        </p:nvSpPr>
        <p:spPr>
          <a:xfrm>
            <a:off x="7805737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98" name="Text Box 598"/>
          <p:cNvSpPr>
            <a:spLocks/>
          </p:cNvSpPr>
          <p:nvPr/>
        </p:nvSpPr>
        <p:spPr>
          <a:xfrm>
            <a:off x="3360737" y="20161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599" name="Text Box 599"/>
          <p:cNvSpPr>
            <a:spLocks/>
          </p:cNvSpPr>
          <p:nvPr/>
        </p:nvSpPr>
        <p:spPr>
          <a:xfrm>
            <a:off x="5153025" y="2852737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00" name="Text Box 600"/>
          <p:cNvSpPr>
            <a:spLocks/>
          </p:cNvSpPr>
          <p:nvPr/>
        </p:nvSpPr>
        <p:spPr>
          <a:xfrm>
            <a:off x="3289300" y="59182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01" name="Text Box 601"/>
          <p:cNvSpPr>
            <a:spLocks/>
          </p:cNvSpPr>
          <p:nvPr/>
        </p:nvSpPr>
        <p:spPr>
          <a:xfrm>
            <a:off x="3289300" y="4176712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02" name="Text Box 602"/>
          <p:cNvSpPr>
            <a:spLocks/>
          </p:cNvSpPr>
          <p:nvPr/>
        </p:nvSpPr>
        <p:spPr>
          <a:xfrm flipV="1">
            <a:off x="1425575" y="2284412"/>
            <a:ext cx="1922462" cy="133508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03" name="Text Box 603"/>
          <p:cNvSpPr>
            <a:spLocks/>
          </p:cNvSpPr>
          <p:nvPr/>
        </p:nvSpPr>
        <p:spPr>
          <a:xfrm flipV="1">
            <a:off x="3790950" y="1657350"/>
            <a:ext cx="2066925" cy="4984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04" name="Text Box 604"/>
          <p:cNvSpPr>
            <a:spLocks/>
          </p:cNvSpPr>
          <p:nvPr/>
        </p:nvSpPr>
        <p:spPr>
          <a:xfrm>
            <a:off x="6294437" y="1727200"/>
            <a:ext cx="1570037" cy="1879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05" name="Text Box 605"/>
          <p:cNvSpPr>
            <a:spLocks/>
          </p:cNvSpPr>
          <p:nvPr/>
        </p:nvSpPr>
        <p:spPr>
          <a:xfrm>
            <a:off x="3719512" y="2365375"/>
            <a:ext cx="1420812" cy="61436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06" name="Text Box 606"/>
          <p:cNvSpPr>
            <a:spLocks/>
          </p:cNvSpPr>
          <p:nvPr/>
        </p:nvSpPr>
        <p:spPr>
          <a:xfrm>
            <a:off x="5583237" y="3132137"/>
            <a:ext cx="2209800" cy="68421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07" name="Text Box 607"/>
          <p:cNvSpPr>
            <a:spLocks/>
          </p:cNvSpPr>
          <p:nvPr/>
        </p:nvSpPr>
        <p:spPr>
          <a:xfrm>
            <a:off x="1497012" y="3827462"/>
            <a:ext cx="1779587" cy="47625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08" name="Text Box 608"/>
          <p:cNvSpPr>
            <a:spLocks/>
          </p:cNvSpPr>
          <p:nvPr/>
        </p:nvSpPr>
        <p:spPr>
          <a:xfrm>
            <a:off x="5942012" y="48736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09" name="Text Box 609"/>
          <p:cNvSpPr>
            <a:spLocks/>
          </p:cNvSpPr>
          <p:nvPr/>
        </p:nvSpPr>
        <p:spPr>
          <a:xfrm>
            <a:off x="3719512" y="4454525"/>
            <a:ext cx="2209800" cy="5461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10" name="Text Box 610"/>
          <p:cNvSpPr>
            <a:spLocks/>
          </p:cNvSpPr>
          <p:nvPr/>
        </p:nvSpPr>
        <p:spPr>
          <a:xfrm>
            <a:off x="1425575" y="4037012"/>
            <a:ext cx="1922462" cy="19399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11" name="Text Box 611"/>
          <p:cNvSpPr>
            <a:spLocks/>
          </p:cNvSpPr>
          <p:nvPr/>
        </p:nvSpPr>
        <p:spPr>
          <a:xfrm flipV="1">
            <a:off x="3719512" y="5210175"/>
            <a:ext cx="2281237" cy="9175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12" name="Text Box 612"/>
          <p:cNvSpPr>
            <a:spLocks/>
          </p:cNvSpPr>
          <p:nvPr/>
        </p:nvSpPr>
        <p:spPr>
          <a:xfrm flipV="1">
            <a:off x="6370637" y="4025900"/>
            <a:ext cx="1493837" cy="98583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13" name="Text Box 613"/>
          <p:cNvSpPr>
            <a:spLocks/>
          </p:cNvSpPr>
          <p:nvPr/>
        </p:nvSpPr>
        <p:spPr>
          <a:xfrm>
            <a:off x="1901825" y="23622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a, 6</a:t>
            </a:r>
          </a:p>
        </p:txBody>
      </p:sp>
      <p:sp>
        <p:nvSpPr>
          <p:cNvPr id="614" name="Text Box 614"/>
          <p:cNvSpPr>
            <a:spLocks/>
          </p:cNvSpPr>
          <p:nvPr/>
        </p:nvSpPr>
        <p:spPr>
          <a:xfrm>
            <a:off x="4408487" y="1295400"/>
            <a:ext cx="7731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f, 15</a:t>
            </a:r>
          </a:p>
        </p:txBody>
      </p:sp>
      <p:sp>
        <p:nvSpPr>
          <p:cNvPr id="615" name="Text Box 615"/>
          <p:cNvSpPr>
            <a:spLocks/>
          </p:cNvSpPr>
          <p:nvPr/>
        </p:nvSpPr>
        <p:spPr>
          <a:xfrm>
            <a:off x="2263775" y="35814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b, 8</a:t>
            </a:r>
          </a:p>
        </p:txBody>
      </p:sp>
      <p:sp>
        <p:nvSpPr>
          <p:cNvPr id="616" name="Text Box 616"/>
          <p:cNvSpPr>
            <a:spLocks/>
          </p:cNvSpPr>
          <p:nvPr/>
        </p:nvSpPr>
        <p:spPr>
          <a:xfrm>
            <a:off x="2590800" y="4800600"/>
            <a:ext cx="6715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c, 5</a:t>
            </a:r>
          </a:p>
        </p:txBody>
      </p:sp>
      <p:sp>
        <p:nvSpPr>
          <p:cNvPr id="617" name="Text Box 617"/>
          <p:cNvSpPr>
            <a:spLocks/>
          </p:cNvSpPr>
          <p:nvPr/>
        </p:nvSpPr>
        <p:spPr>
          <a:xfrm>
            <a:off x="4187825" y="52578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e, 9</a:t>
            </a:r>
          </a:p>
        </p:txBody>
      </p:sp>
      <p:sp>
        <p:nvSpPr>
          <p:cNvPr id="618" name="Text Box 618"/>
          <p:cNvSpPr>
            <a:spLocks/>
          </p:cNvSpPr>
          <p:nvPr/>
        </p:nvSpPr>
        <p:spPr>
          <a:xfrm>
            <a:off x="4344987" y="4114800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d, 13</a:t>
            </a:r>
          </a:p>
        </p:txBody>
      </p:sp>
      <p:sp>
        <p:nvSpPr>
          <p:cNvPr id="619" name="Text Box 619"/>
          <p:cNvSpPr>
            <a:spLocks/>
          </p:cNvSpPr>
          <p:nvPr/>
        </p:nvSpPr>
        <p:spPr>
          <a:xfrm>
            <a:off x="4475162" y="2212975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g, 17</a:t>
            </a:r>
          </a:p>
        </p:txBody>
      </p:sp>
      <p:sp>
        <p:nvSpPr>
          <p:cNvPr id="620" name="Text Box 620"/>
          <p:cNvSpPr>
            <a:spLocks/>
          </p:cNvSpPr>
          <p:nvPr/>
        </p:nvSpPr>
        <p:spPr>
          <a:xfrm>
            <a:off x="6997700" y="21336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h, 9</a:t>
            </a:r>
          </a:p>
        </p:txBody>
      </p:sp>
      <p:sp>
        <p:nvSpPr>
          <p:cNvPr id="621" name="Text Box 621"/>
          <p:cNvSpPr>
            <a:spLocks/>
          </p:cNvSpPr>
          <p:nvPr/>
        </p:nvSpPr>
        <p:spPr>
          <a:xfrm>
            <a:off x="6137275" y="2819400"/>
            <a:ext cx="5873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i, 6</a:t>
            </a:r>
          </a:p>
        </p:txBody>
      </p:sp>
      <p:sp>
        <p:nvSpPr>
          <p:cNvPr id="622" name="Text Box 622"/>
          <p:cNvSpPr>
            <a:spLocks/>
          </p:cNvSpPr>
          <p:nvPr/>
        </p:nvSpPr>
        <p:spPr>
          <a:xfrm>
            <a:off x="6400800" y="4038600"/>
            <a:ext cx="7572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j, 12</a:t>
            </a:r>
          </a:p>
        </p:txBody>
      </p:sp>
      <p:sp>
        <p:nvSpPr>
          <p:cNvPr id="623" name="Text Box 623"/>
          <p:cNvSpPr>
            <a:spLocks/>
          </p:cNvSpPr>
          <p:nvPr/>
        </p:nvSpPr>
        <p:spPr>
          <a:xfrm>
            <a:off x="5875337" y="1447800"/>
            <a:ext cx="419100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24" name="Text Box 624"/>
          <p:cNvSpPr>
            <a:spLocks/>
          </p:cNvSpPr>
          <p:nvPr/>
        </p:nvSpPr>
        <p:spPr>
          <a:xfrm>
            <a:off x="17526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625" name="Text Box 625"/>
          <p:cNvSpPr>
            <a:spLocks/>
          </p:cNvSpPr>
          <p:nvPr/>
        </p:nvSpPr>
        <p:spPr>
          <a:xfrm>
            <a:off x="22098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6</a:t>
            </a:r>
          </a:p>
        </p:txBody>
      </p:sp>
      <p:sp>
        <p:nvSpPr>
          <p:cNvPr id="626" name="Text Box 626"/>
          <p:cNvSpPr>
            <a:spLocks/>
          </p:cNvSpPr>
          <p:nvPr/>
        </p:nvSpPr>
        <p:spPr>
          <a:xfrm>
            <a:off x="2133600" y="4114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627" name="Text Box 627"/>
          <p:cNvSpPr>
            <a:spLocks/>
          </p:cNvSpPr>
          <p:nvPr/>
        </p:nvSpPr>
        <p:spPr>
          <a:xfrm>
            <a:off x="2590800" y="4114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8</a:t>
            </a:r>
          </a:p>
        </p:txBody>
      </p:sp>
      <p:sp>
        <p:nvSpPr>
          <p:cNvPr id="628" name="Text Box 628"/>
          <p:cNvSpPr>
            <a:spLocks/>
          </p:cNvSpPr>
          <p:nvPr/>
        </p:nvSpPr>
        <p:spPr>
          <a:xfrm>
            <a:off x="22098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629" name="Text Box 629"/>
          <p:cNvSpPr>
            <a:spLocks/>
          </p:cNvSpPr>
          <p:nvPr/>
        </p:nvSpPr>
        <p:spPr>
          <a:xfrm>
            <a:off x="26670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5</a:t>
            </a:r>
          </a:p>
        </p:txBody>
      </p:sp>
      <p:sp>
        <p:nvSpPr>
          <p:cNvPr id="630" name="Text Box 630"/>
          <p:cNvSpPr>
            <a:spLocks/>
          </p:cNvSpPr>
          <p:nvPr/>
        </p:nvSpPr>
        <p:spPr>
          <a:xfrm>
            <a:off x="4038600" y="579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5</a:t>
            </a:r>
          </a:p>
        </p:txBody>
      </p:sp>
      <p:sp>
        <p:nvSpPr>
          <p:cNvPr id="631" name="Text Box 631"/>
          <p:cNvSpPr>
            <a:spLocks/>
          </p:cNvSpPr>
          <p:nvPr/>
        </p:nvSpPr>
        <p:spPr>
          <a:xfrm>
            <a:off x="4495800" y="579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14 </a:t>
            </a:r>
          </a:p>
        </p:txBody>
      </p:sp>
      <p:sp>
        <p:nvSpPr>
          <p:cNvPr id="632" name="Text Box 632"/>
          <p:cNvSpPr>
            <a:spLocks/>
          </p:cNvSpPr>
          <p:nvPr/>
        </p:nvSpPr>
        <p:spPr>
          <a:xfrm>
            <a:off x="4267200" y="4648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8 </a:t>
            </a:r>
          </a:p>
        </p:txBody>
      </p:sp>
      <p:sp>
        <p:nvSpPr>
          <p:cNvPr id="633" name="Text Box 633"/>
          <p:cNvSpPr>
            <a:spLocks/>
          </p:cNvSpPr>
          <p:nvPr/>
        </p:nvSpPr>
        <p:spPr>
          <a:xfrm>
            <a:off x="4724400" y="4648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634" name="Text Box 634"/>
          <p:cNvSpPr>
            <a:spLocks/>
          </p:cNvSpPr>
          <p:nvPr/>
        </p:nvSpPr>
        <p:spPr>
          <a:xfrm>
            <a:off x="6629400" y="4572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</a:t>
            </a:r>
          </a:p>
        </p:txBody>
      </p:sp>
      <p:sp>
        <p:nvSpPr>
          <p:cNvPr id="635" name="Text Box 635"/>
          <p:cNvSpPr>
            <a:spLocks/>
          </p:cNvSpPr>
          <p:nvPr/>
        </p:nvSpPr>
        <p:spPr>
          <a:xfrm>
            <a:off x="7086600" y="4572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33</a:t>
            </a:r>
          </a:p>
        </p:txBody>
      </p:sp>
      <p:sp>
        <p:nvSpPr>
          <p:cNvPr id="636" name="Text Box 636"/>
          <p:cNvSpPr>
            <a:spLocks/>
          </p:cNvSpPr>
          <p:nvPr/>
        </p:nvSpPr>
        <p:spPr>
          <a:xfrm>
            <a:off x="38862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6 </a:t>
            </a:r>
          </a:p>
        </p:txBody>
      </p:sp>
      <p:sp>
        <p:nvSpPr>
          <p:cNvPr id="637" name="Text Box 637"/>
          <p:cNvSpPr>
            <a:spLocks/>
          </p:cNvSpPr>
          <p:nvPr/>
        </p:nvSpPr>
        <p:spPr>
          <a:xfrm>
            <a:off x="43434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23 </a:t>
            </a:r>
          </a:p>
        </p:txBody>
      </p:sp>
      <p:sp>
        <p:nvSpPr>
          <p:cNvPr id="638" name="Text Box 638"/>
          <p:cNvSpPr>
            <a:spLocks/>
          </p:cNvSpPr>
          <p:nvPr/>
        </p:nvSpPr>
        <p:spPr>
          <a:xfrm>
            <a:off x="69342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639" name="Text Box 639"/>
          <p:cNvSpPr>
            <a:spLocks/>
          </p:cNvSpPr>
          <p:nvPr/>
        </p:nvSpPr>
        <p:spPr>
          <a:xfrm>
            <a:off x="73914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30 </a:t>
            </a:r>
          </a:p>
        </p:txBody>
      </p:sp>
      <p:sp>
        <p:nvSpPr>
          <p:cNvPr id="640" name="Text Box 640"/>
          <p:cNvSpPr>
            <a:spLocks/>
          </p:cNvSpPr>
          <p:nvPr/>
        </p:nvSpPr>
        <p:spPr>
          <a:xfrm>
            <a:off x="5943600" y="3276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23 </a:t>
            </a:r>
          </a:p>
        </p:txBody>
      </p:sp>
      <p:sp>
        <p:nvSpPr>
          <p:cNvPr id="641" name="Text Box 641"/>
          <p:cNvSpPr>
            <a:spLocks/>
          </p:cNvSpPr>
          <p:nvPr/>
        </p:nvSpPr>
        <p:spPr>
          <a:xfrm>
            <a:off x="6400800" y="3276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29</a:t>
            </a:r>
          </a:p>
        </p:txBody>
      </p:sp>
      <p:sp>
        <p:nvSpPr>
          <p:cNvPr id="642" name="Text Box 642"/>
          <p:cNvSpPr>
            <a:spLocks/>
          </p:cNvSpPr>
          <p:nvPr/>
        </p:nvSpPr>
        <p:spPr>
          <a:xfrm>
            <a:off x="4267200" y="1752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6</a:t>
            </a:r>
          </a:p>
        </p:txBody>
      </p:sp>
      <p:sp>
        <p:nvSpPr>
          <p:cNvPr id="643" name="Text Box 643"/>
          <p:cNvSpPr>
            <a:spLocks/>
          </p:cNvSpPr>
          <p:nvPr/>
        </p:nvSpPr>
        <p:spPr>
          <a:xfrm>
            <a:off x="4724400" y="1752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644" name="Text Box 644"/>
          <p:cNvSpPr>
            <a:spLocks/>
          </p:cNvSpPr>
          <p:nvPr/>
        </p:nvSpPr>
        <p:spPr>
          <a:xfrm>
            <a:off x="533400" y="13716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45" name="Text Box 645"/>
          <p:cNvSpPr txBox="1">
            <a:spLocks/>
          </p:cNvSpPr>
          <p:nvPr/>
        </p:nvSpPr>
        <p:spPr>
          <a:xfrm>
            <a:off x="6172200" y="5486400"/>
            <a:ext cx="2667000" cy="469900"/>
          </a:xfrm>
          <a:prstGeom prst="rect">
            <a:avLst/>
          </a:prstGeom>
          <a:solidFill>
            <a:schemeClr val="hlink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</a:pPr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 Project’s EF = 33</a:t>
            </a:r>
          </a:p>
        </p:txBody>
      </p:sp>
      <p:sp>
        <p:nvSpPr>
          <p:cNvPr id="646" name="Text Box 646"/>
          <p:cNvSpPr>
            <a:spLocks/>
          </p:cNvSpPr>
          <p:nvPr/>
        </p:nvSpPr>
        <p:spPr>
          <a:xfrm flipV="1">
            <a:off x="7391400" y="5029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Text Box 647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648" name="Text Box 648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649" name="Text Box 649"/>
          <p:cNvSpPr>
            <a:spLocks/>
          </p:cNvSpPr>
          <p:nvPr>
            <p:ph type="body"/>
          </p:nvPr>
        </p:nvSpPr>
        <p:spPr>
          <a:xfrm>
            <a:off x="533400" y="1066800"/>
            <a:ext cx="7772400" cy="498475"/>
          </a:xfrm>
          <a:prstGeom prst="rect">
            <a:avLst/>
          </a:prstGeom>
        </p:spPr>
        <p:txBody>
          <a:bodyPr anchor="t" bIns="44450" lIns="90488" numCol="1" rIns="90488" tIns="44450" wrap="square"/>
          <a:lstStyle/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LS and LF Times</a:t>
            </a:r>
          </a:p>
        </p:txBody>
      </p:sp>
      <p:sp>
        <p:nvSpPr>
          <p:cNvPr id="650" name="Text Box 650"/>
          <p:cNvSpPr>
            <a:spLocks/>
          </p:cNvSpPr>
          <p:nvPr/>
        </p:nvSpPr>
        <p:spPr>
          <a:xfrm>
            <a:off x="838200" y="10668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/>
            <a:tailEnd type="none"/>
          </a:ln>
          <a:effectLst>
            <a:outerShdw blurRad="63500">
              <a:schemeClr val="bg2"/>
            </a:outerShdw>
          </a:effectLst>
        </p:spPr>
      </p:sp>
      <p:sp>
        <p:nvSpPr>
          <p:cNvPr id="651" name="Text Box 651"/>
          <p:cNvSpPr>
            <a:spLocks/>
          </p:cNvSpPr>
          <p:nvPr/>
        </p:nvSpPr>
        <p:spPr>
          <a:xfrm>
            <a:off x="1066800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52" name="Text Box 652"/>
          <p:cNvSpPr>
            <a:spLocks/>
          </p:cNvSpPr>
          <p:nvPr/>
        </p:nvSpPr>
        <p:spPr>
          <a:xfrm>
            <a:off x="7805737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53" name="Text Box 653"/>
          <p:cNvSpPr>
            <a:spLocks/>
          </p:cNvSpPr>
          <p:nvPr/>
        </p:nvSpPr>
        <p:spPr>
          <a:xfrm>
            <a:off x="3360737" y="20161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54" name="Text Box 654"/>
          <p:cNvSpPr>
            <a:spLocks/>
          </p:cNvSpPr>
          <p:nvPr/>
        </p:nvSpPr>
        <p:spPr>
          <a:xfrm>
            <a:off x="5153025" y="2852737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55" name="Text Box 655"/>
          <p:cNvSpPr>
            <a:spLocks/>
          </p:cNvSpPr>
          <p:nvPr/>
        </p:nvSpPr>
        <p:spPr>
          <a:xfrm>
            <a:off x="3289300" y="59182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56" name="Text Box 656"/>
          <p:cNvSpPr>
            <a:spLocks/>
          </p:cNvSpPr>
          <p:nvPr/>
        </p:nvSpPr>
        <p:spPr>
          <a:xfrm>
            <a:off x="3289300" y="4176712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57" name="Text Box 657"/>
          <p:cNvSpPr>
            <a:spLocks/>
          </p:cNvSpPr>
          <p:nvPr/>
        </p:nvSpPr>
        <p:spPr>
          <a:xfrm flipV="1">
            <a:off x="1425575" y="2284412"/>
            <a:ext cx="1922462" cy="133508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58" name="Text Box 658"/>
          <p:cNvSpPr>
            <a:spLocks/>
          </p:cNvSpPr>
          <p:nvPr/>
        </p:nvSpPr>
        <p:spPr>
          <a:xfrm flipV="1">
            <a:off x="3790950" y="1657350"/>
            <a:ext cx="2066925" cy="4984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59" name="Text Box 659"/>
          <p:cNvSpPr>
            <a:spLocks/>
          </p:cNvSpPr>
          <p:nvPr/>
        </p:nvSpPr>
        <p:spPr>
          <a:xfrm>
            <a:off x="6294437" y="1727200"/>
            <a:ext cx="1570037" cy="1879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60" name="Text Box 660"/>
          <p:cNvSpPr>
            <a:spLocks/>
          </p:cNvSpPr>
          <p:nvPr/>
        </p:nvSpPr>
        <p:spPr>
          <a:xfrm>
            <a:off x="3719512" y="2365375"/>
            <a:ext cx="1420812" cy="61436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61" name="Text Box 661"/>
          <p:cNvSpPr>
            <a:spLocks/>
          </p:cNvSpPr>
          <p:nvPr/>
        </p:nvSpPr>
        <p:spPr>
          <a:xfrm>
            <a:off x="5583237" y="3132137"/>
            <a:ext cx="2209800" cy="68421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62" name="Text Box 662"/>
          <p:cNvSpPr>
            <a:spLocks/>
          </p:cNvSpPr>
          <p:nvPr/>
        </p:nvSpPr>
        <p:spPr>
          <a:xfrm>
            <a:off x="1497012" y="3827462"/>
            <a:ext cx="1779587" cy="47625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63" name="Text Box 663"/>
          <p:cNvSpPr>
            <a:spLocks/>
          </p:cNvSpPr>
          <p:nvPr/>
        </p:nvSpPr>
        <p:spPr>
          <a:xfrm>
            <a:off x="5942012" y="48736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64" name="Text Box 664"/>
          <p:cNvSpPr>
            <a:spLocks/>
          </p:cNvSpPr>
          <p:nvPr/>
        </p:nvSpPr>
        <p:spPr>
          <a:xfrm>
            <a:off x="3719512" y="4454525"/>
            <a:ext cx="2209800" cy="5461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65" name="Text Box 665"/>
          <p:cNvSpPr>
            <a:spLocks/>
          </p:cNvSpPr>
          <p:nvPr/>
        </p:nvSpPr>
        <p:spPr>
          <a:xfrm>
            <a:off x="1425575" y="4037012"/>
            <a:ext cx="1922462" cy="19399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66" name="Text Box 666"/>
          <p:cNvSpPr>
            <a:spLocks/>
          </p:cNvSpPr>
          <p:nvPr/>
        </p:nvSpPr>
        <p:spPr>
          <a:xfrm flipV="1">
            <a:off x="3719512" y="5210175"/>
            <a:ext cx="2281237" cy="9175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67" name="Text Box 667"/>
          <p:cNvSpPr>
            <a:spLocks/>
          </p:cNvSpPr>
          <p:nvPr/>
        </p:nvSpPr>
        <p:spPr>
          <a:xfrm flipV="1">
            <a:off x="6370637" y="4025900"/>
            <a:ext cx="1493837" cy="98583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668" name="Text Box 668"/>
          <p:cNvSpPr>
            <a:spLocks/>
          </p:cNvSpPr>
          <p:nvPr/>
        </p:nvSpPr>
        <p:spPr>
          <a:xfrm>
            <a:off x="1901825" y="23622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a, 6</a:t>
            </a:r>
          </a:p>
        </p:txBody>
      </p:sp>
      <p:sp>
        <p:nvSpPr>
          <p:cNvPr id="669" name="Text Box 669"/>
          <p:cNvSpPr>
            <a:spLocks/>
          </p:cNvSpPr>
          <p:nvPr/>
        </p:nvSpPr>
        <p:spPr>
          <a:xfrm>
            <a:off x="4713287" y="1143000"/>
            <a:ext cx="7731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f, 15</a:t>
            </a:r>
          </a:p>
        </p:txBody>
      </p:sp>
      <p:sp>
        <p:nvSpPr>
          <p:cNvPr id="670" name="Text Box 670"/>
          <p:cNvSpPr>
            <a:spLocks/>
          </p:cNvSpPr>
          <p:nvPr/>
        </p:nvSpPr>
        <p:spPr>
          <a:xfrm>
            <a:off x="2263775" y="35814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b, 8</a:t>
            </a:r>
          </a:p>
        </p:txBody>
      </p:sp>
      <p:sp>
        <p:nvSpPr>
          <p:cNvPr id="671" name="Text Box 671"/>
          <p:cNvSpPr>
            <a:spLocks/>
          </p:cNvSpPr>
          <p:nvPr/>
        </p:nvSpPr>
        <p:spPr>
          <a:xfrm>
            <a:off x="2681287" y="4879975"/>
            <a:ext cx="6715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c, 5</a:t>
            </a:r>
          </a:p>
        </p:txBody>
      </p:sp>
      <p:sp>
        <p:nvSpPr>
          <p:cNvPr id="672" name="Text Box 672"/>
          <p:cNvSpPr>
            <a:spLocks/>
          </p:cNvSpPr>
          <p:nvPr/>
        </p:nvSpPr>
        <p:spPr>
          <a:xfrm>
            <a:off x="4038600" y="5337175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e, 9</a:t>
            </a:r>
          </a:p>
        </p:txBody>
      </p:sp>
      <p:sp>
        <p:nvSpPr>
          <p:cNvPr id="673" name="Text Box 673"/>
          <p:cNvSpPr>
            <a:spLocks/>
          </p:cNvSpPr>
          <p:nvPr/>
        </p:nvSpPr>
        <p:spPr>
          <a:xfrm>
            <a:off x="4344987" y="3962400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d, 13</a:t>
            </a:r>
          </a:p>
        </p:txBody>
      </p:sp>
      <p:sp>
        <p:nvSpPr>
          <p:cNvPr id="674" name="Text Box 674"/>
          <p:cNvSpPr>
            <a:spLocks/>
          </p:cNvSpPr>
          <p:nvPr/>
        </p:nvSpPr>
        <p:spPr>
          <a:xfrm>
            <a:off x="4779962" y="2365375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g, 17</a:t>
            </a:r>
          </a:p>
        </p:txBody>
      </p:sp>
      <p:sp>
        <p:nvSpPr>
          <p:cNvPr id="675" name="Text Box 675"/>
          <p:cNvSpPr>
            <a:spLocks/>
          </p:cNvSpPr>
          <p:nvPr/>
        </p:nvSpPr>
        <p:spPr>
          <a:xfrm>
            <a:off x="6934200" y="17526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h, 9</a:t>
            </a:r>
          </a:p>
        </p:txBody>
      </p:sp>
      <p:sp>
        <p:nvSpPr>
          <p:cNvPr id="676" name="Text Box 676"/>
          <p:cNvSpPr>
            <a:spLocks/>
          </p:cNvSpPr>
          <p:nvPr/>
        </p:nvSpPr>
        <p:spPr>
          <a:xfrm>
            <a:off x="6019800" y="2743200"/>
            <a:ext cx="5873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i, 6</a:t>
            </a:r>
          </a:p>
        </p:txBody>
      </p:sp>
      <p:sp>
        <p:nvSpPr>
          <p:cNvPr id="677" name="Text Box 677"/>
          <p:cNvSpPr>
            <a:spLocks/>
          </p:cNvSpPr>
          <p:nvPr/>
        </p:nvSpPr>
        <p:spPr>
          <a:xfrm>
            <a:off x="6400800" y="4038600"/>
            <a:ext cx="7572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j, 12</a:t>
            </a:r>
          </a:p>
        </p:txBody>
      </p:sp>
      <p:sp>
        <p:nvSpPr>
          <p:cNvPr id="678" name="Text Box 678"/>
          <p:cNvSpPr>
            <a:spLocks/>
          </p:cNvSpPr>
          <p:nvPr/>
        </p:nvSpPr>
        <p:spPr>
          <a:xfrm>
            <a:off x="5875337" y="1447800"/>
            <a:ext cx="419100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679" name="Text Box 679"/>
          <p:cNvSpPr>
            <a:spLocks/>
          </p:cNvSpPr>
          <p:nvPr/>
        </p:nvSpPr>
        <p:spPr>
          <a:xfrm>
            <a:off x="17526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680" name="Text Box 680"/>
          <p:cNvSpPr>
            <a:spLocks/>
          </p:cNvSpPr>
          <p:nvPr/>
        </p:nvSpPr>
        <p:spPr>
          <a:xfrm>
            <a:off x="22098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6</a:t>
            </a:r>
          </a:p>
        </p:txBody>
      </p:sp>
      <p:sp>
        <p:nvSpPr>
          <p:cNvPr id="681" name="Text Box 681"/>
          <p:cNvSpPr>
            <a:spLocks/>
          </p:cNvSpPr>
          <p:nvPr/>
        </p:nvSpPr>
        <p:spPr>
          <a:xfrm>
            <a:off x="2133600" y="4038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682" name="Text Box 682"/>
          <p:cNvSpPr>
            <a:spLocks/>
          </p:cNvSpPr>
          <p:nvPr/>
        </p:nvSpPr>
        <p:spPr>
          <a:xfrm>
            <a:off x="2590800" y="4038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8</a:t>
            </a:r>
          </a:p>
        </p:txBody>
      </p:sp>
      <p:sp>
        <p:nvSpPr>
          <p:cNvPr id="683" name="Text Box 683"/>
          <p:cNvSpPr>
            <a:spLocks/>
          </p:cNvSpPr>
          <p:nvPr/>
        </p:nvSpPr>
        <p:spPr>
          <a:xfrm>
            <a:off x="22098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684" name="Text Box 684"/>
          <p:cNvSpPr>
            <a:spLocks/>
          </p:cNvSpPr>
          <p:nvPr/>
        </p:nvSpPr>
        <p:spPr>
          <a:xfrm>
            <a:off x="26670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5</a:t>
            </a:r>
          </a:p>
        </p:txBody>
      </p:sp>
      <p:sp>
        <p:nvSpPr>
          <p:cNvPr id="685" name="Text Box 685"/>
          <p:cNvSpPr>
            <a:spLocks/>
          </p:cNvSpPr>
          <p:nvPr/>
        </p:nvSpPr>
        <p:spPr>
          <a:xfrm>
            <a:off x="4038600" y="579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5</a:t>
            </a:r>
          </a:p>
        </p:txBody>
      </p:sp>
      <p:sp>
        <p:nvSpPr>
          <p:cNvPr id="686" name="Text Box 686"/>
          <p:cNvSpPr>
            <a:spLocks/>
          </p:cNvSpPr>
          <p:nvPr/>
        </p:nvSpPr>
        <p:spPr>
          <a:xfrm>
            <a:off x="4495800" y="579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14 </a:t>
            </a:r>
          </a:p>
        </p:txBody>
      </p:sp>
      <p:sp>
        <p:nvSpPr>
          <p:cNvPr id="687" name="Text Box 687"/>
          <p:cNvSpPr>
            <a:spLocks/>
          </p:cNvSpPr>
          <p:nvPr/>
        </p:nvSpPr>
        <p:spPr>
          <a:xfrm>
            <a:off x="4267200" y="4419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8 </a:t>
            </a:r>
          </a:p>
        </p:txBody>
      </p:sp>
      <p:sp>
        <p:nvSpPr>
          <p:cNvPr id="688" name="Text Box 688"/>
          <p:cNvSpPr>
            <a:spLocks/>
          </p:cNvSpPr>
          <p:nvPr/>
        </p:nvSpPr>
        <p:spPr>
          <a:xfrm>
            <a:off x="4724400" y="4419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689" name="Text Box 689"/>
          <p:cNvSpPr>
            <a:spLocks/>
          </p:cNvSpPr>
          <p:nvPr/>
        </p:nvSpPr>
        <p:spPr>
          <a:xfrm>
            <a:off x="6629400" y="4572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21</a:t>
            </a:r>
          </a:p>
        </p:txBody>
      </p:sp>
      <p:sp>
        <p:nvSpPr>
          <p:cNvPr id="690" name="Text Box 690"/>
          <p:cNvSpPr>
            <a:spLocks/>
          </p:cNvSpPr>
          <p:nvPr/>
        </p:nvSpPr>
        <p:spPr>
          <a:xfrm>
            <a:off x="7086600" y="4572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33</a:t>
            </a:r>
          </a:p>
        </p:txBody>
      </p:sp>
      <p:sp>
        <p:nvSpPr>
          <p:cNvPr id="691" name="Text Box 691"/>
          <p:cNvSpPr>
            <a:spLocks/>
          </p:cNvSpPr>
          <p:nvPr/>
        </p:nvSpPr>
        <p:spPr>
          <a:xfrm>
            <a:off x="38862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6 </a:t>
            </a:r>
          </a:p>
        </p:txBody>
      </p:sp>
      <p:sp>
        <p:nvSpPr>
          <p:cNvPr id="692" name="Text Box 692"/>
          <p:cNvSpPr>
            <a:spLocks/>
          </p:cNvSpPr>
          <p:nvPr/>
        </p:nvSpPr>
        <p:spPr>
          <a:xfrm>
            <a:off x="43434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23 </a:t>
            </a:r>
          </a:p>
        </p:txBody>
      </p:sp>
      <p:sp>
        <p:nvSpPr>
          <p:cNvPr id="693" name="Text Box 693"/>
          <p:cNvSpPr>
            <a:spLocks/>
          </p:cNvSpPr>
          <p:nvPr/>
        </p:nvSpPr>
        <p:spPr>
          <a:xfrm>
            <a:off x="6858000" y="2209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694" name="Text Box 694"/>
          <p:cNvSpPr>
            <a:spLocks/>
          </p:cNvSpPr>
          <p:nvPr/>
        </p:nvSpPr>
        <p:spPr>
          <a:xfrm>
            <a:off x="7315200" y="2209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30 </a:t>
            </a:r>
          </a:p>
        </p:txBody>
      </p:sp>
      <p:sp>
        <p:nvSpPr>
          <p:cNvPr id="695" name="Text Box 695"/>
          <p:cNvSpPr>
            <a:spLocks/>
          </p:cNvSpPr>
          <p:nvPr/>
        </p:nvSpPr>
        <p:spPr>
          <a:xfrm>
            <a:off x="5867400" y="3200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23 </a:t>
            </a:r>
          </a:p>
        </p:txBody>
      </p:sp>
      <p:sp>
        <p:nvSpPr>
          <p:cNvPr id="696" name="Text Box 696"/>
          <p:cNvSpPr>
            <a:spLocks/>
          </p:cNvSpPr>
          <p:nvPr/>
        </p:nvSpPr>
        <p:spPr>
          <a:xfrm>
            <a:off x="6324600" y="3200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29</a:t>
            </a:r>
          </a:p>
        </p:txBody>
      </p:sp>
      <p:sp>
        <p:nvSpPr>
          <p:cNvPr id="697" name="Text Box 697"/>
          <p:cNvSpPr>
            <a:spLocks/>
          </p:cNvSpPr>
          <p:nvPr/>
        </p:nvSpPr>
        <p:spPr>
          <a:xfrm>
            <a:off x="4572000" y="1600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6</a:t>
            </a:r>
          </a:p>
        </p:txBody>
      </p:sp>
      <p:sp>
        <p:nvSpPr>
          <p:cNvPr id="698" name="Text Box 698"/>
          <p:cNvSpPr>
            <a:spLocks/>
          </p:cNvSpPr>
          <p:nvPr/>
        </p:nvSpPr>
        <p:spPr>
          <a:xfrm>
            <a:off x="5029200" y="1600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699" name="Text Box 699"/>
          <p:cNvSpPr>
            <a:spLocks/>
          </p:cNvSpPr>
          <p:nvPr/>
        </p:nvSpPr>
        <p:spPr>
          <a:xfrm>
            <a:off x="1752600" y="3200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4 </a:t>
            </a:r>
          </a:p>
        </p:txBody>
      </p:sp>
      <p:sp>
        <p:nvSpPr>
          <p:cNvPr id="700" name="Text Box 700"/>
          <p:cNvSpPr>
            <a:spLocks/>
          </p:cNvSpPr>
          <p:nvPr/>
        </p:nvSpPr>
        <p:spPr>
          <a:xfrm>
            <a:off x="2209800" y="3200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9 </a:t>
            </a:r>
          </a:p>
        </p:txBody>
      </p:sp>
      <p:sp>
        <p:nvSpPr>
          <p:cNvPr id="701" name="Text Box 701"/>
          <p:cNvSpPr>
            <a:spLocks/>
          </p:cNvSpPr>
          <p:nvPr/>
        </p:nvSpPr>
        <p:spPr>
          <a:xfrm>
            <a:off x="2133600" y="4419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702" name="Text Box 702"/>
          <p:cNvSpPr>
            <a:spLocks/>
          </p:cNvSpPr>
          <p:nvPr/>
        </p:nvSpPr>
        <p:spPr>
          <a:xfrm>
            <a:off x="2590800" y="4419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8</a:t>
            </a:r>
          </a:p>
        </p:txBody>
      </p:sp>
      <p:sp>
        <p:nvSpPr>
          <p:cNvPr id="703" name="Text Box 703"/>
          <p:cNvSpPr>
            <a:spLocks/>
          </p:cNvSpPr>
          <p:nvPr/>
        </p:nvSpPr>
        <p:spPr>
          <a:xfrm>
            <a:off x="2209800" y="5715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7</a:t>
            </a:r>
          </a:p>
        </p:txBody>
      </p:sp>
      <p:sp>
        <p:nvSpPr>
          <p:cNvPr id="704" name="Text Box 704"/>
          <p:cNvSpPr>
            <a:spLocks/>
          </p:cNvSpPr>
          <p:nvPr/>
        </p:nvSpPr>
        <p:spPr>
          <a:xfrm>
            <a:off x="2667000" y="5715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12 </a:t>
            </a:r>
          </a:p>
        </p:txBody>
      </p:sp>
      <p:sp>
        <p:nvSpPr>
          <p:cNvPr id="705" name="Text Box 705"/>
          <p:cNvSpPr>
            <a:spLocks/>
          </p:cNvSpPr>
          <p:nvPr/>
        </p:nvSpPr>
        <p:spPr>
          <a:xfrm>
            <a:off x="4038600" y="6172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12 </a:t>
            </a:r>
          </a:p>
        </p:txBody>
      </p:sp>
      <p:sp>
        <p:nvSpPr>
          <p:cNvPr id="706" name="Text Box 706"/>
          <p:cNvSpPr>
            <a:spLocks/>
          </p:cNvSpPr>
          <p:nvPr/>
        </p:nvSpPr>
        <p:spPr>
          <a:xfrm>
            <a:off x="4495800" y="6172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707" name="Text Box 707"/>
          <p:cNvSpPr>
            <a:spLocks/>
          </p:cNvSpPr>
          <p:nvPr/>
        </p:nvSpPr>
        <p:spPr>
          <a:xfrm>
            <a:off x="6629400" y="4953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21</a:t>
            </a:r>
          </a:p>
        </p:txBody>
      </p:sp>
      <p:sp>
        <p:nvSpPr>
          <p:cNvPr id="708" name="Text Box 708"/>
          <p:cNvSpPr>
            <a:spLocks/>
          </p:cNvSpPr>
          <p:nvPr/>
        </p:nvSpPr>
        <p:spPr>
          <a:xfrm>
            <a:off x="7086600" y="4953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33</a:t>
            </a:r>
          </a:p>
        </p:txBody>
      </p:sp>
      <p:sp>
        <p:nvSpPr>
          <p:cNvPr id="709" name="Text Box 709"/>
          <p:cNvSpPr>
            <a:spLocks/>
          </p:cNvSpPr>
          <p:nvPr/>
        </p:nvSpPr>
        <p:spPr>
          <a:xfrm>
            <a:off x="5867400" y="3581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27</a:t>
            </a:r>
          </a:p>
        </p:txBody>
      </p:sp>
      <p:sp>
        <p:nvSpPr>
          <p:cNvPr id="710" name="Text Box 710"/>
          <p:cNvSpPr>
            <a:spLocks/>
          </p:cNvSpPr>
          <p:nvPr/>
        </p:nvSpPr>
        <p:spPr>
          <a:xfrm>
            <a:off x="6324600" y="3581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33</a:t>
            </a:r>
          </a:p>
        </p:txBody>
      </p:sp>
      <p:sp>
        <p:nvSpPr>
          <p:cNvPr id="711" name="Text Box 711"/>
          <p:cNvSpPr>
            <a:spLocks/>
          </p:cNvSpPr>
          <p:nvPr/>
        </p:nvSpPr>
        <p:spPr>
          <a:xfrm>
            <a:off x="4267200" y="4800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8  </a:t>
            </a:r>
          </a:p>
        </p:txBody>
      </p:sp>
      <p:sp>
        <p:nvSpPr>
          <p:cNvPr id="712" name="Text Box 712"/>
          <p:cNvSpPr>
            <a:spLocks/>
          </p:cNvSpPr>
          <p:nvPr/>
        </p:nvSpPr>
        <p:spPr>
          <a:xfrm>
            <a:off x="4724400" y="4800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21  </a:t>
            </a:r>
          </a:p>
        </p:txBody>
      </p:sp>
      <p:sp>
        <p:nvSpPr>
          <p:cNvPr id="713" name="Text Box 713"/>
          <p:cNvSpPr>
            <a:spLocks/>
          </p:cNvSpPr>
          <p:nvPr/>
        </p:nvSpPr>
        <p:spPr>
          <a:xfrm>
            <a:off x="3886200" y="3124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10  </a:t>
            </a:r>
          </a:p>
        </p:txBody>
      </p:sp>
      <p:sp>
        <p:nvSpPr>
          <p:cNvPr id="714" name="Text Box 714"/>
          <p:cNvSpPr>
            <a:spLocks/>
          </p:cNvSpPr>
          <p:nvPr/>
        </p:nvSpPr>
        <p:spPr>
          <a:xfrm>
            <a:off x="4343400" y="3124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27  </a:t>
            </a:r>
          </a:p>
        </p:txBody>
      </p:sp>
      <p:sp>
        <p:nvSpPr>
          <p:cNvPr id="715" name="Text Box 715"/>
          <p:cNvSpPr>
            <a:spLocks/>
          </p:cNvSpPr>
          <p:nvPr/>
        </p:nvSpPr>
        <p:spPr>
          <a:xfrm>
            <a:off x="68580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24 </a:t>
            </a:r>
          </a:p>
        </p:txBody>
      </p:sp>
      <p:sp>
        <p:nvSpPr>
          <p:cNvPr id="716" name="Text Box 716"/>
          <p:cNvSpPr>
            <a:spLocks/>
          </p:cNvSpPr>
          <p:nvPr/>
        </p:nvSpPr>
        <p:spPr>
          <a:xfrm>
            <a:off x="73152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33 </a:t>
            </a:r>
          </a:p>
        </p:txBody>
      </p:sp>
      <p:sp>
        <p:nvSpPr>
          <p:cNvPr id="717" name="Text Box 717"/>
          <p:cNvSpPr>
            <a:spLocks/>
          </p:cNvSpPr>
          <p:nvPr/>
        </p:nvSpPr>
        <p:spPr>
          <a:xfrm>
            <a:off x="4572000" y="198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9  </a:t>
            </a:r>
          </a:p>
        </p:txBody>
      </p:sp>
      <p:sp>
        <p:nvSpPr>
          <p:cNvPr id="718" name="Text Box 718"/>
          <p:cNvSpPr>
            <a:spLocks/>
          </p:cNvSpPr>
          <p:nvPr/>
        </p:nvSpPr>
        <p:spPr>
          <a:xfrm>
            <a:off x="5029200" y="198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24  </a:t>
            </a:r>
          </a:p>
        </p:txBody>
      </p:sp>
      <p:sp>
        <p:nvSpPr>
          <p:cNvPr id="719" name="Text Box 719"/>
          <p:cNvSpPr>
            <a:spLocks/>
          </p:cNvSpPr>
          <p:nvPr>
            <p:ph type="title"/>
          </p:nvPr>
        </p:nvSpPr>
        <p:spPr>
          <a:xfrm>
            <a:off x="533400" y="0"/>
            <a:ext cx="7772400" cy="838200"/>
          </a:xfrm>
          <a:prstGeom prst="rect">
            <a:avLst/>
          </a:prstGeom>
          <a:effectLst>
            <a:outerShdw blurRad="63500" dir="2700000" dist="107763">
              <a:schemeClr val="bg2">
                <a:alpha val="100000"/>
              </a:schemeClr>
            </a:outerShdw>
          </a:effectLst>
        </p:spPr>
        <p:txBody>
          <a:bodyPr anchor="ctr" bIns="44450" lIns="90488" numCol="1" rIns="90488" tIns="44450" wrap="square"/>
          <a:lstStyle/>
          <a:p>
            <a:pPr indent="0" marL="0"/>
            <a:r>
              <a:rPr dirty="0" lang="en-US" smtClean="0" sz="3600"/>
              <a:t>CPM Example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Text Box 720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721" name="Text Box 721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722" name="Text Box 722"/>
          <p:cNvSpPr>
            <a:spLocks/>
          </p:cNvSpPr>
          <p:nvPr>
            <p:ph type="body"/>
          </p:nvPr>
        </p:nvSpPr>
        <p:spPr>
          <a:xfrm>
            <a:off x="304800" y="838200"/>
            <a:ext cx="7772400" cy="498475"/>
          </a:xfrm>
          <a:prstGeom prst="rect">
            <a:avLst/>
          </a:prstGeom>
        </p:spPr>
        <p:txBody>
          <a:bodyPr anchor="t" bIns="44450" lIns="90488" numCol="1" rIns="90488" tIns="44450" wrap="square"/>
          <a:lstStyle/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Float  or Float</a:t>
            </a:r>
          </a:p>
        </p:txBody>
      </p:sp>
      <p:sp>
        <p:nvSpPr>
          <p:cNvPr id="723" name="Text Box 723"/>
          <p:cNvSpPr>
            <a:spLocks/>
          </p:cNvSpPr>
          <p:nvPr/>
        </p:nvSpPr>
        <p:spPr>
          <a:xfrm>
            <a:off x="1066800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724" name="Text Box 724"/>
          <p:cNvSpPr>
            <a:spLocks/>
          </p:cNvSpPr>
          <p:nvPr/>
        </p:nvSpPr>
        <p:spPr>
          <a:xfrm>
            <a:off x="7805737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725" name="Text Box 725"/>
          <p:cNvSpPr>
            <a:spLocks/>
          </p:cNvSpPr>
          <p:nvPr/>
        </p:nvSpPr>
        <p:spPr>
          <a:xfrm>
            <a:off x="3360737" y="20161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726" name="Text Box 726"/>
          <p:cNvSpPr>
            <a:spLocks/>
          </p:cNvSpPr>
          <p:nvPr/>
        </p:nvSpPr>
        <p:spPr>
          <a:xfrm>
            <a:off x="5153025" y="2852737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727" name="Text Box 727"/>
          <p:cNvSpPr>
            <a:spLocks/>
          </p:cNvSpPr>
          <p:nvPr/>
        </p:nvSpPr>
        <p:spPr>
          <a:xfrm>
            <a:off x="3289300" y="59182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728" name="Text Box 728"/>
          <p:cNvSpPr>
            <a:spLocks/>
          </p:cNvSpPr>
          <p:nvPr/>
        </p:nvSpPr>
        <p:spPr>
          <a:xfrm>
            <a:off x="3289300" y="4176712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729" name="Text Box 729"/>
          <p:cNvSpPr>
            <a:spLocks/>
          </p:cNvSpPr>
          <p:nvPr/>
        </p:nvSpPr>
        <p:spPr>
          <a:xfrm flipV="1">
            <a:off x="1425575" y="2284412"/>
            <a:ext cx="1922462" cy="133508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730" name="Text Box 730"/>
          <p:cNvSpPr>
            <a:spLocks/>
          </p:cNvSpPr>
          <p:nvPr/>
        </p:nvSpPr>
        <p:spPr>
          <a:xfrm flipV="1">
            <a:off x="3790950" y="1657350"/>
            <a:ext cx="2066925" cy="4984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731" name="Text Box 731"/>
          <p:cNvSpPr>
            <a:spLocks/>
          </p:cNvSpPr>
          <p:nvPr/>
        </p:nvSpPr>
        <p:spPr>
          <a:xfrm>
            <a:off x="6294437" y="1727200"/>
            <a:ext cx="1570037" cy="1879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732" name="Text Box 732"/>
          <p:cNvSpPr>
            <a:spLocks/>
          </p:cNvSpPr>
          <p:nvPr/>
        </p:nvSpPr>
        <p:spPr>
          <a:xfrm>
            <a:off x="3719512" y="2365375"/>
            <a:ext cx="1420812" cy="61436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733" name="Text Box 733"/>
          <p:cNvSpPr>
            <a:spLocks/>
          </p:cNvSpPr>
          <p:nvPr/>
        </p:nvSpPr>
        <p:spPr>
          <a:xfrm>
            <a:off x="5583237" y="3132137"/>
            <a:ext cx="2209800" cy="68421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734" name="Text Box 734"/>
          <p:cNvSpPr>
            <a:spLocks/>
          </p:cNvSpPr>
          <p:nvPr/>
        </p:nvSpPr>
        <p:spPr>
          <a:xfrm>
            <a:off x="1497012" y="3827462"/>
            <a:ext cx="1779587" cy="47625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735" name="Text Box 735"/>
          <p:cNvSpPr>
            <a:spLocks/>
          </p:cNvSpPr>
          <p:nvPr/>
        </p:nvSpPr>
        <p:spPr>
          <a:xfrm>
            <a:off x="5942012" y="48736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736" name="Text Box 736"/>
          <p:cNvSpPr>
            <a:spLocks/>
          </p:cNvSpPr>
          <p:nvPr/>
        </p:nvSpPr>
        <p:spPr>
          <a:xfrm>
            <a:off x="3719512" y="4454525"/>
            <a:ext cx="2209800" cy="5461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737" name="Text Box 737"/>
          <p:cNvSpPr>
            <a:spLocks/>
          </p:cNvSpPr>
          <p:nvPr/>
        </p:nvSpPr>
        <p:spPr>
          <a:xfrm>
            <a:off x="1425575" y="4037012"/>
            <a:ext cx="1922462" cy="19399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738" name="Text Box 738"/>
          <p:cNvSpPr>
            <a:spLocks/>
          </p:cNvSpPr>
          <p:nvPr/>
        </p:nvSpPr>
        <p:spPr>
          <a:xfrm flipV="1">
            <a:off x="3719512" y="5210175"/>
            <a:ext cx="2281237" cy="9175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739" name="Text Box 739"/>
          <p:cNvSpPr>
            <a:spLocks/>
          </p:cNvSpPr>
          <p:nvPr/>
        </p:nvSpPr>
        <p:spPr>
          <a:xfrm flipV="1">
            <a:off x="6370637" y="4025900"/>
            <a:ext cx="1493837" cy="98583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740" name="Text Box 740"/>
          <p:cNvSpPr>
            <a:spLocks/>
          </p:cNvSpPr>
          <p:nvPr/>
        </p:nvSpPr>
        <p:spPr>
          <a:xfrm>
            <a:off x="1901825" y="23622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a, 6</a:t>
            </a:r>
          </a:p>
        </p:txBody>
      </p:sp>
      <p:sp>
        <p:nvSpPr>
          <p:cNvPr id="741" name="Text Box 741"/>
          <p:cNvSpPr>
            <a:spLocks/>
          </p:cNvSpPr>
          <p:nvPr/>
        </p:nvSpPr>
        <p:spPr>
          <a:xfrm>
            <a:off x="4713287" y="1143000"/>
            <a:ext cx="7731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f, 15</a:t>
            </a:r>
          </a:p>
        </p:txBody>
      </p:sp>
      <p:sp>
        <p:nvSpPr>
          <p:cNvPr id="742" name="Text Box 742"/>
          <p:cNvSpPr>
            <a:spLocks/>
          </p:cNvSpPr>
          <p:nvPr/>
        </p:nvSpPr>
        <p:spPr>
          <a:xfrm>
            <a:off x="2263775" y="35814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b, 8</a:t>
            </a:r>
          </a:p>
        </p:txBody>
      </p:sp>
      <p:sp>
        <p:nvSpPr>
          <p:cNvPr id="743" name="Text Box 743"/>
          <p:cNvSpPr>
            <a:spLocks/>
          </p:cNvSpPr>
          <p:nvPr/>
        </p:nvSpPr>
        <p:spPr>
          <a:xfrm>
            <a:off x="2681287" y="4879975"/>
            <a:ext cx="6715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c, 5</a:t>
            </a:r>
          </a:p>
        </p:txBody>
      </p:sp>
      <p:sp>
        <p:nvSpPr>
          <p:cNvPr id="744" name="Text Box 744"/>
          <p:cNvSpPr>
            <a:spLocks/>
          </p:cNvSpPr>
          <p:nvPr/>
        </p:nvSpPr>
        <p:spPr>
          <a:xfrm>
            <a:off x="4187825" y="52578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e, 9</a:t>
            </a:r>
          </a:p>
        </p:txBody>
      </p:sp>
      <p:sp>
        <p:nvSpPr>
          <p:cNvPr id="745" name="Text Box 745"/>
          <p:cNvSpPr>
            <a:spLocks/>
          </p:cNvSpPr>
          <p:nvPr/>
        </p:nvSpPr>
        <p:spPr>
          <a:xfrm>
            <a:off x="4344987" y="3962400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d, 13</a:t>
            </a:r>
          </a:p>
        </p:txBody>
      </p:sp>
      <p:sp>
        <p:nvSpPr>
          <p:cNvPr id="746" name="Text Box 746"/>
          <p:cNvSpPr>
            <a:spLocks/>
          </p:cNvSpPr>
          <p:nvPr/>
        </p:nvSpPr>
        <p:spPr>
          <a:xfrm>
            <a:off x="4779962" y="2365375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g, 17</a:t>
            </a:r>
          </a:p>
        </p:txBody>
      </p:sp>
      <p:sp>
        <p:nvSpPr>
          <p:cNvPr id="747" name="Text Box 747"/>
          <p:cNvSpPr>
            <a:spLocks/>
          </p:cNvSpPr>
          <p:nvPr/>
        </p:nvSpPr>
        <p:spPr>
          <a:xfrm>
            <a:off x="6934200" y="17526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h, 9</a:t>
            </a:r>
          </a:p>
        </p:txBody>
      </p:sp>
      <p:sp>
        <p:nvSpPr>
          <p:cNvPr id="748" name="Text Box 748"/>
          <p:cNvSpPr>
            <a:spLocks/>
          </p:cNvSpPr>
          <p:nvPr/>
        </p:nvSpPr>
        <p:spPr>
          <a:xfrm>
            <a:off x="6019800" y="2743200"/>
            <a:ext cx="5873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i, 6</a:t>
            </a:r>
          </a:p>
        </p:txBody>
      </p:sp>
      <p:sp>
        <p:nvSpPr>
          <p:cNvPr id="749" name="Text Box 749"/>
          <p:cNvSpPr>
            <a:spLocks/>
          </p:cNvSpPr>
          <p:nvPr/>
        </p:nvSpPr>
        <p:spPr>
          <a:xfrm>
            <a:off x="6481762" y="4038600"/>
            <a:ext cx="7572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j, 12</a:t>
            </a:r>
          </a:p>
        </p:txBody>
      </p:sp>
      <p:sp>
        <p:nvSpPr>
          <p:cNvPr id="750" name="Text Box 750"/>
          <p:cNvSpPr>
            <a:spLocks/>
          </p:cNvSpPr>
          <p:nvPr/>
        </p:nvSpPr>
        <p:spPr>
          <a:xfrm>
            <a:off x="5875337" y="1447800"/>
            <a:ext cx="419100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751" name="Text Box 751"/>
          <p:cNvSpPr>
            <a:spLocks/>
          </p:cNvSpPr>
          <p:nvPr/>
        </p:nvSpPr>
        <p:spPr>
          <a:xfrm>
            <a:off x="17526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752" name="Text Box 752"/>
          <p:cNvSpPr>
            <a:spLocks/>
          </p:cNvSpPr>
          <p:nvPr/>
        </p:nvSpPr>
        <p:spPr>
          <a:xfrm>
            <a:off x="2209800" y="2819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6</a:t>
            </a:r>
          </a:p>
        </p:txBody>
      </p:sp>
      <p:sp>
        <p:nvSpPr>
          <p:cNvPr id="753" name="Text Box 753"/>
          <p:cNvSpPr>
            <a:spLocks/>
          </p:cNvSpPr>
          <p:nvPr/>
        </p:nvSpPr>
        <p:spPr>
          <a:xfrm>
            <a:off x="2133600" y="4038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754" name="Text Box 754"/>
          <p:cNvSpPr>
            <a:spLocks/>
          </p:cNvSpPr>
          <p:nvPr/>
        </p:nvSpPr>
        <p:spPr>
          <a:xfrm>
            <a:off x="2590800" y="4038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8</a:t>
            </a:r>
          </a:p>
        </p:txBody>
      </p:sp>
      <p:sp>
        <p:nvSpPr>
          <p:cNvPr id="755" name="Text Box 755"/>
          <p:cNvSpPr>
            <a:spLocks/>
          </p:cNvSpPr>
          <p:nvPr/>
        </p:nvSpPr>
        <p:spPr>
          <a:xfrm>
            <a:off x="22098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756" name="Text Box 756"/>
          <p:cNvSpPr>
            <a:spLocks/>
          </p:cNvSpPr>
          <p:nvPr/>
        </p:nvSpPr>
        <p:spPr>
          <a:xfrm>
            <a:off x="2667000" y="5334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5</a:t>
            </a:r>
          </a:p>
        </p:txBody>
      </p:sp>
      <p:sp>
        <p:nvSpPr>
          <p:cNvPr id="757" name="Text Box 757"/>
          <p:cNvSpPr>
            <a:spLocks/>
          </p:cNvSpPr>
          <p:nvPr/>
        </p:nvSpPr>
        <p:spPr>
          <a:xfrm>
            <a:off x="4419600" y="5715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5</a:t>
            </a:r>
          </a:p>
        </p:txBody>
      </p:sp>
      <p:sp>
        <p:nvSpPr>
          <p:cNvPr id="758" name="Text Box 758"/>
          <p:cNvSpPr>
            <a:spLocks/>
          </p:cNvSpPr>
          <p:nvPr/>
        </p:nvSpPr>
        <p:spPr>
          <a:xfrm>
            <a:off x="4876800" y="5715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14 </a:t>
            </a:r>
          </a:p>
        </p:txBody>
      </p:sp>
      <p:sp>
        <p:nvSpPr>
          <p:cNvPr id="759" name="Text Box 759"/>
          <p:cNvSpPr>
            <a:spLocks/>
          </p:cNvSpPr>
          <p:nvPr/>
        </p:nvSpPr>
        <p:spPr>
          <a:xfrm>
            <a:off x="4267200" y="4419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8 </a:t>
            </a:r>
          </a:p>
        </p:txBody>
      </p:sp>
      <p:sp>
        <p:nvSpPr>
          <p:cNvPr id="760" name="Text Box 760"/>
          <p:cNvSpPr>
            <a:spLocks/>
          </p:cNvSpPr>
          <p:nvPr/>
        </p:nvSpPr>
        <p:spPr>
          <a:xfrm>
            <a:off x="4724400" y="4419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761" name="Text Box 761"/>
          <p:cNvSpPr>
            <a:spLocks/>
          </p:cNvSpPr>
          <p:nvPr/>
        </p:nvSpPr>
        <p:spPr>
          <a:xfrm>
            <a:off x="6934200" y="4495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21</a:t>
            </a:r>
          </a:p>
        </p:txBody>
      </p:sp>
      <p:sp>
        <p:nvSpPr>
          <p:cNvPr id="762" name="Text Box 762"/>
          <p:cNvSpPr>
            <a:spLocks/>
          </p:cNvSpPr>
          <p:nvPr/>
        </p:nvSpPr>
        <p:spPr>
          <a:xfrm>
            <a:off x="7391400" y="4495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33</a:t>
            </a:r>
          </a:p>
        </p:txBody>
      </p:sp>
      <p:sp>
        <p:nvSpPr>
          <p:cNvPr id="763" name="Text Box 763"/>
          <p:cNvSpPr>
            <a:spLocks/>
          </p:cNvSpPr>
          <p:nvPr/>
        </p:nvSpPr>
        <p:spPr>
          <a:xfrm>
            <a:off x="38862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6 </a:t>
            </a:r>
          </a:p>
        </p:txBody>
      </p:sp>
      <p:sp>
        <p:nvSpPr>
          <p:cNvPr id="764" name="Text Box 764"/>
          <p:cNvSpPr>
            <a:spLocks/>
          </p:cNvSpPr>
          <p:nvPr/>
        </p:nvSpPr>
        <p:spPr>
          <a:xfrm>
            <a:off x="4343400" y="2743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23 </a:t>
            </a:r>
          </a:p>
        </p:txBody>
      </p:sp>
      <p:sp>
        <p:nvSpPr>
          <p:cNvPr id="765" name="Text Box 765"/>
          <p:cNvSpPr>
            <a:spLocks/>
          </p:cNvSpPr>
          <p:nvPr/>
        </p:nvSpPr>
        <p:spPr>
          <a:xfrm>
            <a:off x="6858000" y="2209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766" name="Text Box 766"/>
          <p:cNvSpPr>
            <a:spLocks/>
          </p:cNvSpPr>
          <p:nvPr/>
        </p:nvSpPr>
        <p:spPr>
          <a:xfrm>
            <a:off x="7315200" y="2209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30 </a:t>
            </a:r>
          </a:p>
        </p:txBody>
      </p:sp>
      <p:sp>
        <p:nvSpPr>
          <p:cNvPr id="767" name="Text Box 767"/>
          <p:cNvSpPr>
            <a:spLocks/>
          </p:cNvSpPr>
          <p:nvPr/>
        </p:nvSpPr>
        <p:spPr>
          <a:xfrm>
            <a:off x="5867400" y="3200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23 </a:t>
            </a:r>
          </a:p>
        </p:txBody>
      </p:sp>
      <p:sp>
        <p:nvSpPr>
          <p:cNvPr id="768" name="Text Box 768"/>
          <p:cNvSpPr>
            <a:spLocks/>
          </p:cNvSpPr>
          <p:nvPr/>
        </p:nvSpPr>
        <p:spPr>
          <a:xfrm>
            <a:off x="6324600" y="3200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29</a:t>
            </a:r>
          </a:p>
        </p:txBody>
      </p:sp>
      <p:sp>
        <p:nvSpPr>
          <p:cNvPr id="769" name="Text Box 769"/>
          <p:cNvSpPr>
            <a:spLocks/>
          </p:cNvSpPr>
          <p:nvPr/>
        </p:nvSpPr>
        <p:spPr>
          <a:xfrm>
            <a:off x="4572000" y="1600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6</a:t>
            </a:r>
          </a:p>
        </p:txBody>
      </p:sp>
      <p:sp>
        <p:nvSpPr>
          <p:cNvPr id="770" name="Text Box 770"/>
          <p:cNvSpPr>
            <a:spLocks/>
          </p:cNvSpPr>
          <p:nvPr/>
        </p:nvSpPr>
        <p:spPr>
          <a:xfrm>
            <a:off x="5029200" y="1600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771" name="Text Box 771"/>
          <p:cNvSpPr>
            <a:spLocks/>
          </p:cNvSpPr>
          <p:nvPr/>
        </p:nvSpPr>
        <p:spPr>
          <a:xfrm>
            <a:off x="1752600" y="3200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 </a:t>
            </a:r>
          </a:p>
        </p:txBody>
      </p:sp>
      <p:sp>
        <p:nvSpPr>
          <p:cNvPr id="772" name="Text Box 772"/>
          <p:cNvSpPr>
            <a:spLocks/>
          </p:cNvSpPr>
          <p:nvPr/>
        </p:nvSpPr>
        <p:spPr>
          <a:xfrm>
            <a:off x="2209800" y="3200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9 </a:t>
            </a:r>
          </a:p>
        </p:txBody>
      </p:sp>
      <p:sp>
        <p:nvSpPr>
          <p:cNvPr id="773" name="Text Box 773"/>
          <p:cNvSpPr>
            <a:spLocks/>
          </p:cNvSpPr>
          <p:nvPr/>
        </p:nvSpPr>
        <p:spPr>
          <a:xfrm>
            <a:off x="2133600" y="4419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774" name="Text Box 774"/>
          <p:cNvSpPr>
            <a:spLocks/>
          </p:cNvSpPr>
          <p:nvPr/>
        </p:nvSpPr>
        <p:spPr>
          <a:xfrm>
            <a:off x="2590800" y="4419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8</a:t>
            </a:r>
          </a:p>
        </p:txBody>
      </p:sp>
      <p:sp>
        <p:nvSpPr>
          <p:cNvPr id="775" name="Text Box 775"/>
          <p:cNvSpPr>
            <a:spLocks/>
          </p:cNvSpPr>
          <p:nvPr/>
        </p:nvSpPr>
        <p:spPr>
          <a:xfrm>
            <a:off x="2209800" y="5715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7</a:t>
            </a:r>
          </a:p>
        </p:txBody>
      </p:sp>
      <p:sp>
        <p:nvSpPr>
          <p:cNvPr id="776" name="Text Box 776"/>
          <p:cNvSpPr>
            <a:spLocks/>
          </p:cNvSpPr>
          <p:nvPr/>
        </p:nvSpPr>
        <p:spPr>
          <a:xfrm>
            <a:off x="2667000" y="5715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12 </a:t>
            </a:r>
          </a:p>
        </p:txBody>
      </p:sp>
      <p:sp>
        <p:nvSpPr>
          <p:cNvPr id="777" name="Text Box 777"/>
          <p:cNvSpPr>
            <a:spLocks/>
          </p:cNvSpPr>
          <p:nvPr/>
        </p:nvSpPr>
        <p:spPr>
          <a:xfrm>
            <a:off x="4419600" y="6096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12 </a:t>
            </a:r>
          </a:p>
        </p:txBody>
      </p:sp>
      <p:sp>
        <p:nvSpPr>
          <p:cNvPr id="778" name="Text Box 778"/>
          <p:cNvSpPr>
            <a:spLocks/>
          </p:cNvSpPr>
          <p:nvPr/>
        </p:nvSpPr>
        <p:spPr>
          <a:xfrm>
            <a:off x="4876800" y="60960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21 </a:t>
            </a:r>
          </a:p>
        </p:txBody>
      </p:sp>
      <p:sp>
        <p:nvSpPr>
          <p:cNvPr id="779" name="Text Box 779"/>
          <p:cNvSpPr>
            <a:spLocks/>
          </p:cNvSpPr>
          <p:nvPr/>
        </p:nvSpPr>
        <p:spPr>
          <a:xfrm>
            <a:off x="6934200" y="4876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21</a:t>
            </a:r>
          </a:p>
        </p:txBody>
      </p:sp>
      <p:sp>
        <p:nvSpPr>
          <p:cNvPr id="780" name="Text Box 780"/>
          <p:cNvSpPr>
            <a:spLocks/>
          </p:cNvSpPr>
          <p:nvPr/>
        </p:nvSpPr>
        <p:spPr>
          <a:xfrm>
            <a:off x="7391400" y="4876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33</a:t>
            </a:r>
          </a:p>
        </p:txBody>
      </p:sp>
      <p:sp>
        <p:nvSpPr>
          <p:cNvPr id="781" name="Text Box 781"/>
          <p:cNvSpPr>
            <a:spLocks/>
          </p:cNvSpPr>
          <p:nvPr/>
        </p:nvSpPr>
        <p:spPr>
          <a:xfrm>
            <a:off x="5867400" y="3581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27</a:t>
            </a:r>
          </a:p>
        </p:txBody>
      </p:sp>
      <p:sp>
        <p:nvSpPr>
          <p:cNvPr id="782" name="Text Box 782"/>
          <p:cNvSpPr>
            <a:spLocks/>
          </p:cNvSpPr>
          <p:nvPr/>
        </p:nvSpPr>
        <p:spPr>
          <a:xfrm>
            <a:off x="6324600" y="3581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33</a:t>
            </a:r>
          </a:p>
        </p:txBody>
      </p:sp>
      <p:sp>
        <p:nvSpPr>
          <p:cNvPr id="783" name="Text Box 783"/>
          <p:cNvSpPr>
            <a:spLocks/>
          </p:cNvSpPr>
          <p:nvPr/>
        </p:nvSpPr>
        <p:spPr>
          <a:xfrm>
            <a:off x="4267200" y="4800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8  </a:t>
            </a:r>
          </a:p>
        </p:txBody>
      </p:sp>
      <p:sp>
        <p:nvSpPr>
          <p:cNvPr id="784" name="Text Box 784"/>
          <p:cNvSpPr>
            <a:spLocks/>
          </p:cNvSpPr>
          <p:nvPr/>
        </p:nvSpPr>
        <p:spPr>
          <a:xfrm>
            <a:off x="4724400" y="4800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21  </a:t>
            </a:r>
          </a:p>
        </p:txBody>
      </p:sp>
      <p:sp>
        <p:nvSpPr>
          <p:cNvPr id="785" name="Text Box 785"/>
          <p:cNvSpPr>
            <a:spLocks/>
          </p:cNvSpPr>
          <p:nvPr/>
        </p:nvSpPr>
        <p:spPr>
          <a:xfrm>
            <a:off x="3886200" y="3124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10  </a:t>
            </a:r>
          </a:p>
        </p:txBody>
      </p:sp>
      <p:sp>
        <p:nvSpPr>
          <p:cNvPr id="786" name="Text Box 786"/>
          <p:cNvSpPr>
            <a:spLocks/>
          </p:cNvSpPr>
          <p:nvPr/>
        </p:nvSpPr>
        <p:spPr>
          <a:xfrm>
            <a:off x="4343400" y="3124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27  </a:t>
            </a:r>
          </a:p>
        </p:txBody>
      </p:sp>
      <p:sp>
        <p:nvSpPr>
          <p:cNvPr id="787" name="Text Box 787"/>
          <p:cNvSpPr>
            <a:spLocks/>
          </p:cNvSpPr>
          <p:nvPr/>
        </p:nvSpPr>
        <p:spPr>
          <a:xfrm>
            <a:off x="68580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24 </a:t>
            </a:r>
          </a:p>
        </p:txBody>
      </p:sp>
      <p:sp>
        <p:nvSpPr>
          <p:cNvPr id="788" name="Text Box 788"/>
          <p:cNvSpPr>
            <a:spLocks/>
          </p:cNvSpPr>
          <p:nvPr/>
        </p:nvSpPr>
        <p:spPr>
          <a:xfrm>
            <a:off x="7315200" y="2590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33 </a:t>
            </a:r>
          </a:p>
        </p:txBody>
      </p:sp>
      <p:sp>
        <p:nvSpPr>
          <p:cNvPr id="789" name="Text Box 789"/>
          <p:cNvSpPr>
            <a:spLocks/>
          </p:cNvSpPr>
          <p:nvPr/>
        </p:nvSpPr>
        <p:spPr>
          <a:xfrm>
            <a:off x="4572000" y="198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 9  </a:t>
            </a:r>
          </a:p>
        </p:txBody>
      </p:sp>
      <p:sp>
        <p:nvSpPr>
          <p:cNvPr id="790" name="Text Box 790"/>
          <p:cNvSpPr>
            <a:spLocks/>
          </p:cNvSpPr>
          <p:nvPr/>
        </p:nvSpPr>
        <p:spPr>
          <a:xfrm>
            <a:off x="5029200" y="1981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 24  </a:t>
            </a:r>
          </a:p>
        </p:txBody>
      </p:sp>
      <p:sp>
        <p:nvSpPr>
          <p:cNvPr id="791" name="Text Box 791"/>
          <p:cNvSpPr>
            <a:spLocks/>
          </p:cNvSpPr>
          <p:nvPr/>
        </p:nvSpPr>
        <p:spPr>
          <a:xfrm>
            <a:off x="1295400" y="2971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3</a:t>
            </a:r>
          </a:p>
        </p:txBody>
      </p:sp>
      <p:sp>
        <p:nvSpPr>
          <p:cNvPr id="792" name="Text Box 792"/>
          <p:cNvSpPr>
            <a:spLocks/>
          </p:cNvSpPr>
          <p:nvPr/>
        </p:nvSpPr>
        <p:spPr>
          <a:xfrm>
            <a:off x="3429000" y="2895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4 </a:t>
            </a:r>
          </a:p>
        </p:txBody>
      </p:sp>
      <p:sp>
        <p:nvSpPr>
          <p:cNvPr id="793" name="Text Box 793"/>
          <p:cNvSpPr>
            <a:spLocks/>
          </p:cNvSpPr>
          <p:nvPr/>
        </p:nvSpPr>
        <p:spPr>
          <a:xfrm>
            <a:off x="4114800" y="17526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</a:t>
            </a:r>
          </a:p>
        </p:txBody>
      </p:sp>
      <p:sp>
        <p:nvSpPr>
          <p:cNvPr id="794" name="Text Box 794"/>
          <p:cNvSpPr>
            <a:spLocks/>
          </p:cNvSpPr>
          <p:nvPr/>
        </p:nvSpPr>
        <p:spPr>
          <a:xfrm>
            <a:off x="6400800" y="23622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3 </a:t>
            </a:r>
          </a:p>
        </p:txBody>
      </p:sp>
      <p:sp>
        <p:nvSpPr>
          <p:cNvPr id="795" name="Text Box 795"/>
          <p:cNvSpPr>
            <a:spLocks/>
          </p:cNvSpPr>
          <p:nvPr/>
        </p:nvSpPr>
        <p:spPr>
          <a:xfrm>
            <a:off x="5410200" y="33528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4 </a:t>
            </a:r>
          </a:p>
        </p:txBody>
      </p:sp>
      <p:sp>
        <p:nvSpPr>
          <p:cNvPr id="796" name="Text Box 796"/>
          <p:cNvSpPr>
            <a:spLocks/>
          </p:cNvSpPr>
          <p:nvPr/>
        </p:nvSpPr>
        <p:spPr>
          <a:xfrm>
            <a:off x="6477000" y="4648200"/>
            <a:ext cx="457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0</a:t>
            </a:r>
          </a:p>
        </p:txBody>
      </p:sp>
      <p:sp>
        <p:nvSpPr>
          <p:cNvPr id="797" name="Text Box 797"/>
          <p:cNvSpPr>
            <a:spLocks/>
          </p:cNvSpPr>
          <p:nvPr/>
        </p:nvSpPr>
        <p:spPr>
          <a:xfrm>
            <a:off x="1676400" y="4191000"/>
            <a:ext cx="457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0</a:t>
            </a:r>
          </a:p>
        </p:txBody>
      </p:sp>
      <p:sp>
        <p:nvSpPr>
          <p:cNvPr id="798" name="Text Box 798"/>
          <p:cNvSpPr>
            <a:spLocks/>
          </p:cNvSpPr>
          <p:nvPr/>
        </p:nvSpPr>
        <p:spPr>
          <a:xfrm>
            <a:off x="1752600" y="5486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7</a:t>
            </a:r>
          </a:p>
        </p:txBody>
      </p:sp>
      <p:sp>
        <p:nvSpPr>
          <p:cNvPr id="799" name="Text Box 799"/>
          <p:cNvSpPr>
            <a:spLocks/>
          </p:cNvSpPr>
          <p:nvPr/>
        </p:nvSpPr>
        <p:spPr>
          <a:xfrm>
            <a:off x="3962400" y="5867400"/>
            <a:ext cx="457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7</a:t>
            </a:r>
          </a:p>
        </p:txBody>
      </p:sp>
      <p:sp>
        <p:nvSpPr>
          <p:cNvPr id="800" name="Text Box 800"/>
          <p:cNvSpPr>
            <a:spLocks/>
          </p:cNvSpPr>
          <p:nvPr/>
        </p:nvSpPr>
        <p:spPr>
          <a:xfrm>
            <a:off x="3810000" y="4572000"/>
            <a:ext cx="457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anchor="ctr" numCol="1" wrap="none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2400">
                <a:solidFill>
                  <a:schemeClr val="bg2"/>
                </a:solidFill>
                <a:latin charset="0" typeface="Arial"/>
              </a:rPr>
              <a:t> 0 </a:t>
            </a:r>
          </a:p>
        </p:txBody>
      </p:sp>
      <p:sp>
        <p:nvSpPr>
          <p:cNvPr id="801" name="Text Box 801"/>
          <p:cNvSpPr>
            <a:spLocks/>
          </p:cNvSpPr>
          <p:nvPr>
            <p:ph type="title"/>
          </p:nvPr>
        </p:nvSpPr>
        <p:spPr>
          <a:xfrm>
            <a:off x="457200" y="228600"/>
            <a:ext cx="8305800" cy="9144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/>
              <a:t>CPM Example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Text Box 802"/>
          <p:cNvSpPr txBox="1">
            <a:spLocks/>
          </p:cNvSpPr>
          <p:nvPr/>
        </p:nvSpPr>
        <p:spPr>
          <a:xfrm>
            <a:off x="8153400" y="6553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r" indent="0" marL="0">
              <a:spcBef>
                <a:spcPct val="0"/>
              </a:spcBef>
              <a:buNone/>
            </a:pPr>
            <a:r>
              <a:rPr dirty="0" lang="en-US" smtClean="0" sz="1400"/>
              <a:t>*</a:t>
            </a:r>
          </a:p>
        </p:txBody>
      </p:sp>
      <p:sp>
        <p:nvSpPr>
          <p:cNvPr id="803" name="Text Box 803"/>
          <p:cNvSpPr txBox="1">
            <a:spLocks/>
          </p:cNvSpPr>
          <p:nvPr/>
        </p:nvSpPr>
        <p:spPr>
          <a:xfrm>
            <a:off x="0" y="65532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ctr" indent="0" marL="0">
              <a:spcBef>
                <a:spcPct val="0"/>
              </a:spcBef>
              <a:buNone/>
            </a:pPr>
            <a:r>
              <a:rPr dirty="0" lang="en-US" smtClean="0" sz="1400"/>
              <a:t>UCS 804- Software Project Management</a:t>
            </a:r>
          </a:p>
        </p:txBody>
      </p:sp>
      <p:sp>
        <p:nvSpPr>
          <p:cNvPr id="804" name="Text Box 804"/>
          <p:cNvSpPr>
            <a:spLocks/>
          </p:cNvSpPr>
          <p:nvPr>
            <p:ph type="title"/>
          </p:nvPr>
        </p:nvSpPr>
        <p:spPr>
          <a:xfrm>
            <a:off x="304800" y="228600"/>
            <a:ext cx="7772400" cy="7620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 sz="3600"/>
              <a:t>CPM Example</a:t>
            </a:r>
          </a:p>
        </p:txBody>
      </p:sp>
      <p:sp>
        <p:nvSpPr>
          <p:cNvPr id="805" name="Text Box 805"/>
          <p:cNvSpPr>
            <a:spLocks/>
          </p:cNvSpPr>
          <p:nvPr>
            <p:ph type="body"/>
          </p:nvPr>
        </p:nvSpPr>
        <p:spPr>
          <a:xfrm>
            <a:off x="381000" y="1143000"/>
            <a:ext cx="7772400" cy="436562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lnSpc>
                <a:spcPct val="90000"/>
              </a:lnSpc>
            </a:pPr>
            <a:r>
              <a:rPr b="1" dirty="0" lang="en-US" smtClean="0" sz="2400"/>
              <a:t>Critical Path</a:t>
            </a:r>
          </a:p>
        </p:txBody>
      </p:sp>
      <p:sp>
        <p:nvSpPr>
          <p:cNvPr id="806" name="Text Box 806"/>
          <p:cNvSpPr>
            <a:spLocks/>
          </p:cNvSpPr>
          <p:nvPr/>
        </p:nvSpPr>
        <p:spPr>
          <a:xfrm>
            <a:off x="1066800" y="35814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807" name="Text Box 807"/>
          <p:cNvSpPr>
            <a:spLocks/>
          </p:cNvSpPr>
          <p:nvPr/>
        </p:nvSpPr>
        <p:spPr>
          <a:xfrm>
            <a:off x="7805737" y="36195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808" name="Text Box 808"/>
          <p:cNvSpPr>
            <a:spLocks/>
          </p:cNvSpPr>
          <p:nvPr/>
        </p:nvSpPr>
        <p:spPr>
          <a:xfrm>
            <a:off x="3360737" y="20161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809" name="Text Box 809"/>
          <p:cNvSpPr>
            <a:spLocks/>
          </p:cNvSpPr>
          <p:nvPr/>
        </p:nvSpPr>
        <p:spPr>
          <a:xfrm>
            <a:off x="5153025" y="2852737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810" name="Text Box 810"/>
          <p:cNvSpPr>
            <a:spLocks/>
          </p:cNvSpPr>
          <p:nvPr/>
        </p:nvSpPr>
        <p:spPr>
          <a:xfrm>
            <a:off x="3289300" y="5918200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811" name="Text Box 811"/>
          <p:cNvSpPr>
            <a:spLocks/>
          </p:cNvSpPr>
          <p:nvPr/>
        </p:nvSpPr>
        <p:spPr>
          <a:xfrm>
            <a:off x="3289300" y="4176712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812" name="Text Box 812"/>
          <p:cNvSpPr>
            <a:spLocks/>
          </p:cNvSpPr>
          <p:nvPr/>
        </p:nvSpPr>
        <p:spPr>
          <a:xfrm flipV="1">
            <a:off x="1447800" y="2286000"/>
            <a:ext cx="1922462" cy="133508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813" name="Text Box 813"/>
          <p:cNvSpPr>
            <a:spLocks/>
          </p:cNvSpPr>
          <p:nvPr/>
        </p:nvSpPr>
        <p:spPr>
          <a:xfrm flipV="1">
            <a:off x="3790950" y="1657350"/>
            <a:ext cx="2066925" cy="4984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814" name="Text Box 814"/>
          <p:cNvSpPr>
            <a:spLocks/>
          </p:cNvSpPr>
          <p:nvPr/>
        </p:nvSpPr>
        <p:spPr>
          <a:xfrm>
            <a:off x="6294437" y="1727200"/>
            <a:ext cx="1570037" cy="1879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815" name="Text Box 815"/>
          <p:cNvSpPr>
            <a:spLocks/>
          </p:cNvSpPr>
          <p:nvPr/>
        </p:nvSpPr>
        <p:spPr>
          <a:xfrm>
            <a:off x="3719512" y="2365375"/>
            <a:ext cx="1420812" cy="61436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816" name="Text Box 816"/>
          <p:cNvSpPr>
            <a:spLocks/>
          </p:cNvSpPr>
          <p:nvPr/>
        </p:nvSpPr>
        <p:spPr>
          <a:xfrm>
            <a:off x="5583237" y="3132137"/>
            <a:ext cx="2209800" cy="68421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817" name="Text Box 817"/>
          <p:cNvSpPr>
            <a:spLocks/>
          </p:cNvSpPr>
          <p:nvPr/>
        </p:nvSpPr>
        <p:spPr>
          <a:xfrm>
            <a:off x="1447800" y="3810000"/>
            <a:ext cx="1779587" cy="4762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818" name="Text Box 818"/>
          <p:cNvSpPr>
            <a:spLocks/>
          </p:cNvSpPr>
          <p:nvPr/>
        </p:nvSpPr>
        <p:spPr>
          <a:xfrm>
            <a:off x="5942012" y="4873625"/>
            <a:ext cx="417512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819" name="Text Box 819"/>
          <p:cNvSpPr>
            <a:spLocks/>
          </p:cNvSpPr>
          <p:nvPr/>
        </p:nvSpPr>
        <p:spPr>
          <a:xfrm>
            <a:off x="3719512" y="4454525"/>
            <a:ext cx="2209800" cy="5461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820" name="Text Box 820"/>
          <p:cNvSpPr>
            <a:spLocks/>
          </p:cNvSpPr>
          <p:nvPr/>
        </p:nvSpPr>
        <p:spPr>
          <a:xfrm>
            <a:off x="1425575" y="4037012"/>
            <a:ext cx="1922462" cy="19399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821" name="Text Box 821"/>
          <p:cNvSpPr>
            <a:spLocks/>
          </p:cNvSpPr>
          <p:nvPr/>
        </p:nvSpPr>
        <p:spPr>
          <a:xfrm flipV="1">
            <a:off x="3719512" y="5210175"/>
            <a:ext cx="2281237" cy="9175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822" name="Text Box 822"/>
          <p:cNvSpPr>
            <a:spLocks/>
          </p:cNvSpPr>
          <p:nvPr/>
        </p:nvSpPr>
        <p:spPr>
          <a:xfrm flipV="1">
            <a:off x="6370637" y="4025900"/>
            <a:ext cx="1493837" cy="98583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none"/>
            <a:tailEnd type="triangle"/>
          </a:ln>
          <a:effectLst>
            <a:outerShdw blurRad="63500">
              <a:schemeClr val="bg2"/>
            </a:outerShdw>
          </a:effectLst>
        </p:spPr>
      </p:sp>
      <p:sp>
        <p:nvSpPr>
          <p:cNvPr id="823" name="Text Box 823"/>
          <p:cNvSpPr>
            <a:spLocks/>
          </p:cNvSpPr>
          <p:nvPr/>
        </p:nvSpPr>
        <p:spPr>
          <a:xfrm>
            <a:off x="1901825" y="23622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a, 6</a:t>
            </a:r>
          </a:p>
        </p:txBody>
      </p:sp>
      <p:sp>
        <p:nvSpPr>
          <p:cNvPr id="824" name="Text Box 824"/>
          <p:cNvSpPr>
            <a:spLocks/>
          </p:cNvSpPr>
          <p:nvPr/>
        </p:nvSpPr>
        <p:spPr>
          <a:xfrm>
            <a:off x="4408487" y="1295400"/>
            <a:ext cx="7731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f, 15</a:t>
            </a:r>
          </a:p>
        </p:txBody>
      </p:sp>
      <p:sp>
        <p:nvSpPr>
          <p:cNvPr id="825" name="Text Box 825"/>
          <p:cNvSpPr>
            <a:spLocks/>
          </p:cNvSpPr>
          <p:nvPr/>
        </p:nvSpPr>
        <p:spPr>
          <a:xfrm>
            <a:off x="2263775" y="35814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chemeClr val="tx2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b, 8</a:t>
            </a:r>
          </a:p>
        </p:txBody>
      </p:sp>
      <p:sp>
        <p:nvSpPr>
          <p:cNvPr id="826" name="Text Box 826"/>
          <p:cNvSpPr>
            <a:spLocks/>
          </p:cNvSpPr>
          <p:nvPr/>
        </p:nvSpPr>
        <p:spPr>
          <a:xfrm>
            <a:off x="2590800" y="4800600"/>
            <a:ext cx="671512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c, 5</a:t>
            </a:r>
          </a:p>
        </p:txBody>
      </p:sp>
      <p:sp>
        <p:nvSpPr>
          <p:cNvPr id="827" name="Text Box 827"/>
          <p:cNvSpPr>
            <a:spLocks/>
          </p:cNvSpPr>
          <p:nvPr/>
        </p:nvSpPr>
        <p:spPr>
          <a:xfrm>
            <a:off x="4187825" y="52578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e, 9</a:t>
            </a:r>
          </a:p>
        </p:txBody>
      </p:sp>
      <p:sp>
        <p:nvSpPr>
          <p:cNvPr id="828" name="Text Box 828"/>
          <p:cNvSpPr>
            <a:spLocks/>
          </p:cNvSpPr>
          <p:nvPr/>
        </p:nvSpPr>
        <p:spPr>
          <a:xfrm>
            <a:off x="4343400" y="3962400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chemeClr val="tx2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d, 13</a:t>
            </a:r>
          </a:p>
        </p:txBody>
      </p:sp>
      <p:sp>
        <p:nvSpPr>
          <p:cNvPr id="829" name="Text Box 829"/>
          <p:cNvSpPr>
            <a:spLocks/>
          </p:cNvSpPr>
          <p:nvPr/>
        </p:nvSpPr>
        <p:spPr>
          <a:xfrm>
            <a:off x="4475162" y="2212975"/>
            <a:ext cx="8588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g, 17</a:t>
            </a:r>
          </a:p>
        </p:txBody>
      </p:sp>
      <p:sp>
        <p:nvSpPr>
          <p:cNvPr id="830" name="Text Box 830"/>
          <p:cNvSpPr>
            <a:spLocks/>
          </p:cNvSpPr>
          <p:nvPr/>
        </p:nvSpPr>
        <p:spPr>
          <a:xfrm>
            <a:off x="6997700" y="2133600"/>
            <a:ext cx="6889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h, 9</a:t>
            </a:r>
          </a:p>
        </p:txBody>
      </p:sp>
      <p:sp>
        <p:nvSpPr>
          <p:cNvPr id="831" name="Text Box 831"/>
          <p:cNvSpPr>
            <a:spLocks/>
          </p:cNvSpPr>
          <p:nvPr/>
        </p:nvSpPr>
        <p:spPr>
          <a:xfrm>
            <a:off x="6137275" y="2819400"/>
            <a:ext cx="587375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rgbClr val="FFFFFF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i, 6</a:t>
            </a:r>
          </a:p>
        </p:txBody>
      </p:sp>
      <p:sp>
        <p:nvSpPr>
          <p:cNvPr id="832" name="Text Box 832"/>
          <p:cNvSpPr>
            <a:spLocks/>
          </p:cNvSpPr>
          <p:nvPr/>
        </p:nvSpPr>
        <p:spPr>
          <a:xfrm>
            <a:off x="6400800" y="4114800"/>
            <a:ext cx="757237" cy="454025"/>
          </a:xfrm>
          <a:prstGeom prst="rect">
            <a:avLst/>
          </a:prstGeom>
          <a:noFill/>
          <a:ln>
            <a:noFill/>
          </a:ln>
          <a:effectLst>
            <a:outerShdw blurRad="63500">
              <a:schemeClr val="bg2"/>
            </a:outerShdw>
          </a:effectLst>
        </p:spPr>
        <p:txBody>
          <a:bodyPr bIns="44450" lIns="90488" numCol="1" rIns="90488" tIns="44450" wrap="none">
            <a:spAutoFit/>
          </a:bodyPr>
          <a:lstStyle/>
          <a:p>
            <a:pPr indent="0" marL="0"/>
            <a:r>
              <a:rPr dirty="0" lang="en-US" smtClean="0">
                <a:solidFill>
                  <a:schemeClr val="tx2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typeface="Arial"/>
              </a:rPr>
              <a:t>j, 12</a:t>
            </a:r>
          </a:p>
        </p:txBody>
      </p:sp>
      <p:sp>
        <p:nvSpPr>
          <p:cNvPr id="833" name="Text Box 833"/>
          <p:cNvSpPr>
            <a:spLocks/>
          </p:cNvSpPr>
          <p:nvPr/>
        </p:nvSpPr>
        <p:spPr>
          <a:xfrm>
            <a:off x="5875337" y="1447800"/>
            <a:ext cx="419100" cy="40640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FFFFFF"/>
            </a:solidFill>
            <a:round/>
            <a:headEnd/>
            <a:tailEnd/>
          </a:ln>
          <a:effectLst>
            <a:outerShdw blurRad="63500">
              <a:schemeClr val="bg2"/>
            </a:outerShdw>
          </a:effectLst>
        </p:spPr>
        <p:txBody>
          <a:bodyPr anchor="ctr" numCol="1" wrap="none"/>
          <a:lstStyle/>
          <a:p>
            <a:endParaRPr/>
          </a:p>
        </p:txBody>
      </p:sp>
      <p:sp>
        <p:nvSpPr>
          <p:cNvPr id="834" name="Text Box 834"/>
          <p:cNvSpPr txBox="1">
            <a:spLocks/>
          </p:cNvSpPr>
          <p:nvPr/>
        </p:nvSpPr>
        <p:spPr>
          <a:xfrm>
            <a:off x="5867400" y="5410200"/>
            <a:ext cx="3124200" cy="581025"/>
          </a:xfrm>
          <a:prstGeom prst="rect">
            <a:avLst/>
          </a:prstGeom>
          <a:noFill/>
          <a:ln>
            <a:noFill/>
          </a:ln>
        </p:spPr>
        <p:txBody>
          <a:bodyPr numCol="1">
            <a:spAutoFit/>
          </a:bodyPr>
          <a:lstStyle/>
          <a:p>
            <a:pPr indent="0" marL="0">
              <a:spcBef>
                <a:spcPct val="50000"/>
              </a:spcBef>
              <a:buNone/>
            </a:pPr>
            <a:r>
              <a:rPr b="1" dirty="0" lang="en-US" smtClean="0" sz="1600"/>
              <a:t>NOTE: All related calculations are shown on Slide 50 onwards</a:t>
            </a:r>
            <a:r>
              <a:rPr dirty="0" lang="en-US" smtClean="0" sz="160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000000"/>
      </a:accent2>
      <a:accent3>
        <a:srgbClr val="FFFFFF"/>
      </a:accent3>
      <a:accent4>
        <a:srgbClr val="A3B2C1"/>
      </a:accent4>
      <a:accent5>
        <a:srgbClr val="000000"/>
      </a:accent5>
      <a:accent6>
        <a:srgbClr val="FFFFFF"/>
      </a:accent6>
      <a:hlink>
        <a:srgbClr val="336699"/>
      </a:hlink>
      <a:folHlink>
        <a:srgbClr val="00336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accent1="accent1" accent2="accent2" accent3="accent3" accent4="accent4" accent5="accent5" accent6="accent6" bg1="dk2" bg2="dk1" folHlink="folHlink" hlink="hlink" tx1="lt1" tx2="lt2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accent1="accent1" accent2="accent2" accent3="accent3" accent4="accent4" accent5="accent5" accent6="accent6" bg1="dk2" bg2="dk1" folHlink="folHlink" hlink="hlink" tx1="lt1" tx2="lt2"/>
    </a:extraClrScheme>
  </a:extraClrSchemeLst>
</a:theme>
</file>

<file path=ppt/theme/theme3.xml><?xml version="1.0" encoding="utf-8"?>
<a:theme xmlns:a="http://schemas.openxmlformats.org/drawingml/2006/main" name="Default Design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000000"/>
      </a:accent2>
      <a:accent3>
        <a:srgbClr val="FFFFFF"/>
      </a:accent3>
      <a:accent4>
        <a:srgbClr val="A3B2C1"/>
      </a:accent4>
      <a:accent5>
        <a:srgbClr val="000000"/>
      </a:accent5>
      <a:accent6>
        <a:srgbClr val="FFFFFF"/>
      </a:accent6>
      <a:hlink>
        <a:srgbClr val="336699"/>
      </a:hlink>
      <a:folHlink>
        <a:srgbClr val="00336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accent1="accent1" accent2="accent2" accent3="accent3" accent4="accent4" accent5="accent5" accent6="accent6" bg1="dk2" bg2="dk1" folHlink="folHlink" hlink="hlink" tx1="lt1" tx2="lt2"/>
    </a:extraClrScheme>
  </a:extraClrSchemeLst>
</a:theme>
</file>

<file path=ppt/theme/theme4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accent1="accent1" accent2="accent2" accent3="accent3" accent4="accent4" accent5="accent5" accent6="accent6" bg1="dk2" bg2="dk1" folHlink="folHlink" hlink="hlink" tx1="lt1" tx2="lt2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Words>1665</Words>
  <Paragraphs>537</Paragraphs>
  <Slides>27</Slides>
  <Notes>0</Notes>
  <TotalTime>0</TotalTime>
  <HiddenSlides>0</HiddenSlides>
  <ScaleCrop>false</ScaleCrop>
  <HyperlinksChanged>false</HyperlinksChanged>
  <Application>Microsoft PowerPoint</Application>
  <PresentationFormat/>
</Properties>
</file>